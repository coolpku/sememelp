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media/image11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618" r:id="rId3"/>
    <p:sldId id="3285" r:id="rId4"/>
    <p:sldId id="3286" r:id="rId5"/>
    <p:sldId id="3288" r:id="rId6"/>
    <p:sldId id="3289" r:id="rId7"/>
    <p:sldId id="3291" r:id="rId8"/>
    <p:sldId id="3292" r:id="rId9"/>
    <p:sldId id="3293" r:id="rId10"/>
    <p:sldId id="3295" r:id="rId11"/>
    <p:sldId id="3294" r:id="rId12"/>
    <p:sldId id="3296" r:id="rId13"/>
    <p:sldId id="3298" r:id="rId14"/>
    <p:sldId id="3299" r:id="rId15"/>
    <p:sldId id="3300" r:id="rId16"/>
    <p:sldId id="3301" r:id="rId17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9000" initials="1" lastIdx="1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E7"/>
    <a:srgbClr val="FFFFFF"/>
    <a:srgbClr val="1A1A1A"/>
    <a:srgbClr val="CAB69D"/>
    <a:srgbClr val="E9E2D7"/>
    <a:srgbClr val="B2676A"/>
    <a:srgbClr val="C68587"/>
    <a:srgbClr val="94070A"/>
    <a:srgbClr val="D7C8B5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1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590" y="739"/>
      </p:cViewPr>
      <p:guideLst>
        <p:guide orient="horz" pos="2247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2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03T21:46:38.187" idx="11">
    <p:pos x="7532" y="564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03T21:59:51.238" idx="14">
    <p:pos x="10" y="10"/>
    <p:text/>
  </p:cm>
  <p:cm authorId="1" dt="2025-11-03T21:59:52.556" idx="15">
    <p:pos x="166" y="166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23AEBE-9D7F-4A51-A728-35C2313771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5E923-51F7-42BD-962F-269CF7F55D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2864-E0EF-4E70-A7F4-2B86DC303F0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12495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CBA9D17-A0D3-409F-BFF9-E5BAE63FEE3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0D2EE-5E42-4C74-BD66-3934CD038B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A9D17-A0D3-409F-BFF9-E5BAE63FEE3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河边的树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11"/>
          <a:stretch>
            <a:fillRect/>
          </a:stretch>
        </p:blipFill>
        <p:spPr>
          <a:xfrm>
            <a:off x="5302191" y="9840"/>
            <a:ext cx="7491470" cy="684816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0"/>
            <a:ext cx="12641896" cy="6858000"/>
          </a:xfrm>
          <a:prstGeom prst="rect">
            <a:avLst/>
          </a:prstGeom>
          <a:gradFill>
            <a:gsLst>
              <a:gs pos="41000">
                <a:schemeClr val="bg1"/>
              </a:gs>
              <a:gs pos="73000">
                <a:schemeClr val="bg1">
                  <a:alpha val="6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6" name="图片 5" descr="黑白色的标志&#10;&#10;中度可信度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160" y="428804"/>
            <a:ext cx="2365375" cy="666115"/>
          </a:xfrm>
          <a:prstGeom prst="rect">
            <a:avLst/>
          </a:prstGeom>
        </p:spPr>
      </p:pic>
      <p:pic>
        <p:nvPicPr>
          <p:cNvPr id="7" name="Picture 1" descr="11082cc75f901d59740934993a4663dc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1635" y="428804"/>
            <a:ext cx="4175760" cy="6870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28548" y="1855987"/>
            <a:ext cx="114293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dirty="0">
                <a:latin typeface="+mj-lt"/>
                <a:cs typeface="+mj-lt"/>
              </a:rPr>
              <a:t>How</a:t>
            </a:r>
            <a:r>
              <a:rPr lang="en-US" altLang="zh-CN" sz="3000" b="1" dirty="0">
                <a:latin typeface="+mj-lt"/>
                <a:cs typeface="+mj-lt"/>
              </a:rPr>
              <a:t> </a:t>
            </a:r>
            <a:r>
              <a:rPr lang="zh-CN" altLang="en-US" sz="3000" b="1" dirty="0">
                <a:latin typeface="+mj-lt"/>
                <a:cs typeface="+mj-lt"/>
              </a:rPr>
              <a:t>Sememic Components Can Benefit Link Prediction</a:t>
            </a:r>
            <a:endParaRPr lang="zh-CN" altLang="en-US" sz="3000" b="1" dirty="0">
              <a:latin typeface="+mj-lt"/>
              <a:cs typeface="+mj-lt"/>
            </a:endParaRPr>
          </a:p>
          <a:p>
            <a:pPr algn="ctr"/>
            <a:r>
              <a:rPr lang="zh-CN" altLang="en-US" sz="3000" b="1" dirty="0">
                <a:latin typeface="+mj-lt"/>
                <a:cs typeface="+mj-lt"/>
              </a:rPr>
              <a:t> for Lexico-Semantic Knowled</a:t>
            </a:r>
            <a:r>
              <a:rPr lang="zh-CN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ge Gr</a:t>
            </a:r>
            <a:r>
              <a:rPr lang="zh-CN" altLang="en-US" sz="3000" b="1" dirty="0">
                <a:latin typeface="+mj-lt"/>
                <a:cs typeface="+mj-lt"/>
              </a:rPr>
              <a:t>aphs?</a:t>
            </a:r>
            <a:endParaRPr lang="zh-CN" altLang="en-US" sz="3000" b="1" dirty="0">
              <a:latin typeface="+mj-lt"/>
              <a:cs typeface="+mj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7611" y="3631350"/>
            <a:ext cx="111512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/>
              <a:t>Hansi Wang, Yue Wang, Qiliang Liang, Yang Liu*</a:t>
            </a:r>
            <a:endParaRPr lang="en-US" altLang="zh-CN" sz="2400" dirty="0"/>
          </a:p>
          <a:p>
            <a:pPr algn="ctr">
              <a:lnSpc>
                <a:spcPct val="150000"/>
              </a:lnSpc>
            </a:pPr>
            <a:r>
              <a:rPr lang="en-US" altLang="zh-CN" sz="2400" dirty="0"/>
              <a:t>Key Laboratory of Computational Linguistics, Peking University</a:t>
            </a:r>
            <a:endParaRPr lang="en-US" altLang="zh-CN" sz="2400" dirty="0"/>
          </a:p>
          <a:p>
            <a:pPr algn="ctr"/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endParaRPr lang="en-US" altLang="zh-CN" sz="2400" dirty="0"/>
          </a:p>
          <a:p>
            <a:pPr algn="ctr"/>
            <a:endParaRPr lang="en-US" altLang="zh-CN" sz="2400" dirty="0"/>
          </a:p>
        </p:txBody>
      </p:sp>
      <p:pic>
        <p:nvPicPr>
          <p:cNvPr id="4" name="图形 3" descr="电子邮件 纯色填充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1509" y="4970177"/>
            <a:ext cx="643651" cy="590676"/>
          </a:xfrm>
          <a:prstGeom prst="rect">
            <a:avLst/>
          </a:prstGeom>
        </p:spPr>
      </p:pic>
      <p:sp>
        <p:nvSpPr>
          <p:cNvPr id="25" name="AutoShape 2" descr="github 的图像结果"/>
          <p:cNvSpPr>
            <a:spLocks noChangeAspect="1" noChangeArrowheads="1"/>
          </p:cNvSpPr>
          <p:nvPr/>
        </p:nvSpPr>
        <p:spPr bwMode="auto">
          <a:xfrm>
            <a:off x="5943600" y="3276600"/>
            <a:ext cx="1354518" cy="1354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28" name="Picture 4" descr="GitHub - microsoft/mcp: Catalog of official Microsoft MCP (Model Context Protocol) server ..."/>
          <p:cNvPicPr>
            <a:picLocks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9467" r="8641" b="10285"/>
          <a:stretch>
            <a:fillRect/>
          </a:stretch>
        </p:blipFill>
        <p:spPr bwMode="auto">
          <a:xfrm>
            <a:off x="3847584" y="5570531"/>
            <a:ext cx="571500" cy="552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文本框 31"/>
          <p:cNvSpPr txBox="1"/>
          <p:nvPr/>
        </p:nvSpPr>
        <p:spPr>
          <a:xfrm>
            <a:off x="4455160" y="4970177"/>
            <a:ext cx="4206241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wanghansi2019@pku.edu.cn</a:t>
            </a:r>
            <a:endParaRPr lang="en-US" altLang="zh-CN" sz="2400" dirty="0"/>
          </a:p>
          <a:p>
            <a:pPr algn="ctr">
              <a:lnSpc>
                <a:spcPct val="150000"/>
              </a:lnSpc>
            </a:pPr>
            <a:r>
              <a:rPr lang="en-US" altLang="zh-CN" sz="2400" dirty="0"/>
              <a:t>COOLPKU/SememeLP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Motivation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250849" y="939760"/>
            <a:ext cx="5588806" cy="4915535"/>
          </a:xfrm>
          <a:custGeom>
            <a:avLst/>
            <a:gdLst>
              <a:gd name="connsiteX0" fmla="*/ 0 w 4918678"/>
              <a:gd name="connsiteY0" fmla="*/ 0 h 5353325"/>
              <a:gd name="connsiteX1" fmla="*/ 4918678 w 4918678"/>
              <a:gd name="connsiteY1" fmla="*/ 0 h 5353325"/>
              <a:gd name="connsiteX2" fmla="*/ 4918678 w 4918678"/>
              <a:gd name="connsiteY2" fmla="*/ 5353325 h 5353325"/>
              <a:gd name="connsiteX3" fmla="*/ 0 w 4918678"/>
              <a:gd name="connsiteY3" fmla="*/ 5353325 h 5353325"/>
              <a:gd name="connsiteX4" fmla="*/ 0 w 4918678"/>
              <a:gd name="connsiteY4" fmla="*/ 0 h 5353325"/>
              <a:gd name="connsiteX0-1" fmla="*/ 69273 w 4918678"/>
              <a:gd name="connsiteY0-2" fmla="*/ 6927 h 5353325"/>
              <a:gd name="connsiteX1-3" fmla="*/ 4918678 w 4918678"/>
              <a:gd name="connsiteY1-4" fmla="*/ 0 h 5353325"/>
              <a:gd name="connsiteX2-5" fmla="*/ 4918678 w 4918678"/>
              <a:gd name="connsiteY2-6" fmla="*/ 5353325 h 5353325"/>
              <a:gd name="connsiteX3-7" fmla="*/ 0 w 4918678"/>
              <a:gd name="connsiteY3-8" fmla="*/ 5353325 h 5353325"/>
              <a:gd name="connsiteX4-9" fmla="*/ 69273 w 4918678"/>
              <a:gd name="connsiteY4-10" fmla="*/ 6927 h 5353325"/>
              <a:gd name="connsiteX0-11" fmla="*/ 0 w 4849405"/>
              <a:gd name="connsiteY0-12" fmla="*/ 6927 h 5353325"/>
              <a:gd name="connsiteX1-13" fmla="*/ 4849405 w 4849405"/>
              <a:gd name="connsiteY1-14" fmla="*/ 0 h 5353325"/>
              <a:gd name="connsiteX2-15" fmla="*/ 4849405 w 4849405"/>
              <a:gd name="connsiteY2-16" fmla="*/ 5353325 h 5353325"/>
              <a:gd name="connsiteX3-17" fmla="*/ 27709 w 4849405"/>
              <a:gd name="connsiteY3-18" fmla="*/ 5353325 h 5353325"/>
              <a:gd name="connsiteX4-19" fmla="*/ 0 w 4849405"/>
              <a:gd name="connsiteY4-20" fmla="*/ 6927 h 53533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49405" h="5353325">
                <a:moveTo>
                  <a:pt x="0" y="6927"/>
                </a:moveTo>
                <a:lnTo>
                  <a:pt x="4849405" y="0"/>
                </a:lnTo>
                <a:lnTo>
                  <a:pt x="4849405" y="5353325"/>
                </a:lnTo>
                <a:lnTo>
                  <a:pt x="27709" y="5353325"/>
                </a:lnTo>
                <a:lnTo>
                  <a:pt x="0" y="6927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b="1" dirty="0"/>
              <a:t>Lexico-semantic KGs</a:t>
            </a:r>
            <a:r>
              <a:rPr lang="en-US" altLang="zh-CN" sz="2500" dirty="0"/>
              <a:t> </a:t>
            </a:r>
            <a:endParaRPr lang="en-US" altLang="zh-CN" sz="25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/>
              <a:t>Vertices: synsets</a:t>
            </a:r>
            <a:endParaRPr lang="en-US" altLang="zh-CN" sz="23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/>
              <a:t>Edges: lexico-semantic relations</a:t>
            </a:r>
            <a:endParaRPr lang="en-US" altLang="zh-CN" sz="23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300" b="1" dirty="0">
                <a:cs typeface="Arial" panose="020B0604020202020204" pitchFamily="34" charset="0"/>
                <a:sym typeface="+mn-ea"/>
              </a:rPr>
              <a:t>Task</a:t>
            </a:r>
            <a:r>
              <a:rPr kumimoji="1" lang="zh-CN" altLang="en-US" sz="2300" b="1" dirty="0">
                <a:cs typeface="Arial" panose="020B0604020202020204" pitchFamily="34" charset="0"/>
                <a:sym typeface="+mn-ea"/>
              </a:rPr>
              <a:t> </a:t>
            </a:r>
            <a:r>
              <a:rPr kumimoji="1" lang="en-US" altLang="zh-CN" sz="2300" b="1" dirty="0">
                <a:cs typeface="Arial" panose="020B0604020202020204" pitchFamily="34" charset="0"/>
                <a:sym typeface="+mn-ea"/>
              </a:rPr>
              <a:t>of</a:t>
            </a:r>
            <a:r>
              <a:rPr kumimoji="1" lang="zh-CN" altLang="en-US" sz="2300" b="1" dirty="0">
                <a:cs typeface="Arial" panose="020B0604020202020204" pitchFamily="34" charset="0"/>
                <a:sym typeface="+mn-ea"/>
              </a:rPr>
              <a:t> </a:t>
            </a:r>
            <a:r>
              <a:rPr kumimoji="1" lang="en-US" altLang="zh-CN" sz="2300" b="1" dirty="0">
                <a:cs typeface="Arial" panose="020B0604020202020204" pitchFamily="34" charset="0"/>
                <a:sym typeface="+mn-ea"/>
              </a:rPr>
              <a:t>Link Prediction (LP)</a:t>
            </a:r>
            <a:endParaRPr kumimoji="1" lang="en-US" altLang="zh-CN" sz="2300" b="1" dirty="0">
              <a:cs typeface="Arial" panose="020B0604020202020204" pitchFamily="34" charset="0"/>
              <a:sym typeface="+mn-ea"/>
            </a:endParaRPr>
          </a:p>
          <a:p>
            <a:pPr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cs typeface="Times New Roman" panose="02020603050405020304" pitchFamily="18" charset="0"/>
                <a:sym typeface="+mn-ea"/>
              </a:rPr>
              <a:t>Triples: (head, relation, tail)</a:t>
            </a:r>
            <a:endParaRPr kumimoji="1" lang="en-US" altLang="zh-CN" sz="2300" b="1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sym typeface="+mn-ea"/>
              </a:rPr>
              <a:t>Predict missing triples in a </a:t>
            </a:r>
            <a:r>
              <a:rPr lang="zh-CN" altLang="en-US" sz="2300" dirty="0">
                <a:cs typeface="+mj-lt"/>
                <a:sym typeface="+mn-ea"/>
              </a:rPr>
              <a:t>Knowled</a:t>
            </a:r>
            <a:r>
              <a:rPr lang="zh-CN" altLang="en-US" sz="2300" dirty="0">
                <a:cs typeface="Arial" panose="020B0604020202020204" pitchFamily="34" charset="0"/>
                <a:sym typeface="+mn-ea"/>
              </a:rPr>
              <a:t>ge Gr</a:t>
            </a:r>
            <a:r>
              <a:rPr lang="zh-CN" altLang="en-US" sz="2300" dirty="0">
                <a:cs typeface="+mj-lt"/>
                <a:sym typeface="+mn-ea"/>
              </a:rPr>
              <a:t>aph </a:t>
            </a:r>
            <a:r>
              <a:rPr lang="en-US" altLang="zh-CN" sz="2300" dirty="0">
                <a:cs typeface="+mj-lt"/>
                <a:sym typeface="+mn-ea"/>
              </a:rPr>
              <a:t>(KG)</a:t>
            </a:r>
            <a:endParaRPr lang="en-US" altLang="zh-CN" sz="2300" dirty="0">
              <a:cs typeface="+mj-lt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cs typeface="Times New Roman" panose="02020603050405020304" pitchFamily="18" charset="0"/>
                <a:sym typeface="+mn-ea"/>
              </a:rPr>
              <a:t>Query: (h, r, ?) or (?, r, t)</a:t>
            </a:r>
            <a:endParaRPr lang="en-US" altLang="zh-CN" sz="2300" dirty="0"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300" dirty="0">
              <a:cs typeface="Times New Roman" panose="02020603050405020304" pitchFamily="18" charset="0"/>
            </a:endParaRPr>
          </a:p>
        </p:txBody>
      </p:sp>
      <p:sp>
        <p:nvSpPr>
          <p:cNvPr id="2058" name="椭圆 2057"/>
          <p:cNvSpPr/>
          <p:nvPr/>
        </p:nvSpPr>
        <p:spPr>
          <a:xfrm>
            <a:off x="8794460" y="1034349"/>
            <a:ext cx="2029692" cy="118454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automotive vehicle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059" name="椭圆 2058"/>
          <p:cNvSpPr/>
          <p:nvPr/>
        </p:nvSpPr>
        <p:spPr>
          <a:xfrm>
            <a:off x="6580046" y="2755956"/>
            <a:ext cx="2029692" cy="118454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car, auto, automobile, motorcar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060" name="椭圆 2059"/>
          <p:cNvSpPr/>
          <p:nvPr/>
        </p:nvSpPr>
        <p:spPr>
          <a:xfrm>
            <a:off x="5701848" y="4632578"/>
            <a:ext cx="2029692" cy="118454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cab, taxi, taxicab, hack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061" name="椭圆 2060"/>
          <p:cNvSpPr/>
          <p:nvPr/>
        </p:nvSpPr>
        <p:spPr>
          <a:xfrm>
            <a:off x="8280994" y="5035982"/>
            <a:ext cx="2029692" cy="118454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ambulance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062" name="椭圆 2061"/>
          <p:cNvSpPr/>
          <p:nvPr/>
        </p:nvSpPr>
        <p:spPr>
          <a:xfrm>
            <a:off x="9820291" y="2765304"/>
            <a:ext cx="2029691" cy="118454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accelerator, gas pedal, gas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063" name="文本框 2062"/>
          <p:cNvSpPr txBox="1"/>
          <p:nvPr/>
        </p:nvSpPr>
        <p:spPr>
          <a:xfrm>
            <a:off x="5789618" y="1080163"/>
            <a:ext cx="114999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dirty="0">
                <a:solidFill>
                  <a:srgbClr val="FFC000"/>
                </a:solidFill>
              </a:rPr>
              <a:t>synset</a:t>
            </a:r>
            <a:endParaRPr lang="zh-CN" altLang="en-US" sz="2500" dirty="0">
              <a:solidFill>
                <a:srgbClr val="FFC000"/>
              </a:solidFill>
            </a:endParaRPr>
          </a:p>
        </p:txBody>
      </p:sp>
      <p:cxnSp>
        <p:nvCxnSpPr>
          <p:cNvPr id="2065" name="直接箭头连接符 2064"/>
          <p:cNvCxnSpPr>
            <a:stCxn id="2063" idx="3"/>
            <a:endCxn id="2058" idx="2"/>
          </p:cNvCxnSpPr>
          <p:nvPr/>
        </p:nvCxnSpPr>
        <p:spPr>
          <a:xfrm>
            <a:off x="6939611" y="1318690"/>
            <a:ext cx="1854849" cy="30793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7" name="直接箭头连接符 2066"/>
          <p:cNvCxnSpPr>
            <a:stCxn id="2063" idx="2"/>
            <a:endCxn id="2059" idx="0"/>
          </p:cNvCxnSpPr>
          <p:nvPr/>
        </p:nvCxnSpPr>
        <p:spPr>
          <a:xfrm>
            <a:off x="6364615" y="1557217"/>
            <a:ext cx="1230277" cy="119873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直接箭头连接符 2068"/>
          <p:cNvCxnSpPr>
            <a:stCxn id="2059" idx="7"/>
            <a:endCxn id="2058" idx="3"/>
          </p:cNvCxnSpPr>
          <p:nvPr/>
        </p:nvCxnSpPr>
        <p:spPr>
          <a:xfrm flipV="1">
            <a:off x="8312496" y="2045421"/>
            <a:ext cx="779206" cy="884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1" name="直接箭头连接符 2070"/>
          <p:cNvCxnSpPr>
            <a:stCxn id="2059" idx="6"/>
            <a:endCxn id="2062" idx="2"/>
          </p:cNvCxnSpPr>
          <p:nvPr/>
        </p:nvCxnSpPr>
        <p:spPr>
          <a:xfrm>
            <a:off x="8609738" y="3348228"/>
            <a:ext cx="1210553" cy="93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直接箭头连接符 2071"/>
          <p:cNvCxnSpPr>
            <a:stCxn id="2059" idx="5"/>
            <a:endCxn id="2061" idx="0"/>
          </p:cNvCxnSpPr>
          <p:nvPr/>
        </p:nvCxnSpPr>
        <p:spPr>
          <a:xfrm>
            <a:off x="8312496" y="3767028"/>
            <a:ext cx="983344" cy="12689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6" name="直接箭头连接符 2075"/>
          <p:cNvCxnSpPr>
            <a:stCxn id="2059" idx="3"/>
            <a:endCxn id="2060" idx="0"/>
          </p:cNvCxnSpPr>
          <p:nvPr/>
        </p:nvCxnSpPr>
        <p:spPr>
          <a:xfrm flipH="1">
            <a:off x="6716694" y="3767028"/>
            <a:ext cx="160594" cy="865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5" name="文本框 2084"/>
          <p:cNvSpPr txBox="1"/>
          <p:nvPr/>
        </p:nvSpPr>
        <p:spPr>
          <a:xfrm>
            <a:off x="8022642" y="2197461"/>
            <a:ext cx="178666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dirty="0"/>
              <a:t>hypernym</a:t>
            </a:r>
            <a:endParaRPr lang="zh-CN" altLang="en-US" sz="2500" dirty="0"/>
          </a:p>
        </p:txBody>
      </p:sp>
      <p:sp>
        <p:nvSpPr>
          <p:cNvPr id="2088" name="文本框 2087"/>
          <p:cNvSpPr txBox="1"/>
          <p:nvPr/>
        </p:nvSpPr>
        <p:spPr>
          <a:xfrm>
            <a:off x="6090020" y="3970084"/>
            <a:ext cx="154363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dirty="0"/>
              <a:t>hyponym</a:t>
            </a:r>
            <a:endParaRPr lang="zh-CN" altLang="en-US" sz="2500" dirty="0"/>
          </a:p>
        </p:txBody>
      </p:sp>
      <p:sp>
        <p:nvSpPr>
          <p:cNvPr id="2089" name="文本框 2088"/>
          <p:cNvSpPr txBox="1"/>
          <p:nvPr/>
        </p:nvSpPr>
        <p:spPr>
          <a:xfrm>
            <a:off x="8022643" y="4164865"/>
            <a:ext cx="154363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dirty="0"/>
              <a:t>hyponym</a:t>
            </a:r>
            <a:endParaRPr lang="zh-CN" altLang="en-US" sz="2500" dirty="0"/>
          </a:p>
        </p:txBody>
      </p:sp>
      <p:sp>
        <p:nvSpPr>
          <p:cNvPr id="2090" name="文本框 2089"/>
          <p:cNvSpPr txBox="1"/>
          <p:nvPr/>
        </p:nvSpPr>
        <p:spPr>
          <a:xfrm>
            <a:off x="8501312" y="3301245"/>
            <a:ext cx="1543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meronym</a:t>
            </a:r>
            <a:endParaRPr lang="zh-CN" altLang="en-US" sz="2400" dirty="0"/>
          </a:p>
        </p:txBody>
      </p:sp>
      <p:cxnSp>
        <p:nvCxnSpPr>
          <p:cNvPr id="2092" name="直接箭头连接符 2091"/>
          <p:cNvCxnSpPr>
            <a:stCxn id="2061" idx="6"/>
          </p:cNvCxnSpPr>
          <p:nvPr/>
        </p:nvCxnSpPr>
        <p:spPr>
          <a:xfrm flipV="1">
            <a:off x="10310686" y="5415346"/>
            <a:ext cx="1271261" cy="2129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3" name="直接箭头连接符 2092"/>
          <p:cNvCxnSpPr>
            <a:endCxn id="2059" idx="2"/>
          </p:cNvCxnSpPr>
          <p:nvPr/>
        </p:nvCxnSpPr>
        <p:spPr>
          <a:xfrm flipV="1">
            <a:off x="5471655" y="3348228"/>
            <a:ext cx="1108391" cy="229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6" name="直接箭头连接符 2095"/>
          <p:cNvCxnSpPr>
            <a:endCxn id="2062" idx="0"/>
          </p:cNvCxnSpPr>
          <p:nvPr/>
        </p:nvCxnSpPr>
        <p:spPr>
          <a:xfrm flipH="1">
            <a:off x="10835137" y="2057328"/>
            <a:ext cx="349283" cy="7079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0" name="直接箭头连接符 2099"/>
          <p:cNvCxnSpPr/>
          <p:nvPr/>
        </p:nvCxnSpPr>
        <p:spPr>
          <a:xfrm flipV="1">
            <a:off x="10821114" y="1310995"/>
            <a:ext cx="728687" cy="2948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2" name="直接箭头连接符 2101"/>
          <p:cNvCxnSpPr>
            <a:stCxn id="2059" idx="4"/>
          </p:cNvCxnSpPr>
          <p:nvPr/>
        </p:nvCxnSpPr>
        <p:spPr>
          <a:xfrm>
            <a:off x="7594892" y="3940500"/>
            <a:ext cx="427751" cy="10412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Motivation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287605" y="878681"/>
            <a:ext cx="11798378" cy="5428217"/>
          </a:xfrm>
          <a:custGeom>
            <a:avLst/>
            <a:gdLst>
              <a:gd name="connsiteX0" fmla="*/ 0 w 4918678"/>
              <a:gd name="connsiteY0" fmla="*/ 0 h 5353325"/>
              <a:gd name="connsiteX1" fmla="*/ 4918678 w 4918678"/>
              <a:gd name="connsiteY1" fmla="*/ 0 h 5353325"/>
              <a:gd name="connsiteX2" fmla="*/ 4918678 w 4918678"/>
              <a:gd name="connsiteY2" fmla="*/ 5353325 h 5353325"/>
              <a:gd name="connsiteX3" fmla="*/ 0 w 4918678"/>
              <a:gd name="connsiteY3" fmla="*/ 5353325 h 5353325"/>
              <a:gd name="connsiteX4" fmla="*/ 0 w 4918678"/>
              <a:gd name="connsiteY4" fmla="*/ 0 h 5353325"/>
              <a:gd name="connsiteX0-1" fmla="*/ 69273 w 4918678"/>
              <a:gd name="connsiteY0-2" fmla="*/ 6927 h 5353325"/>
              <a:gd name="connsiteX1-3" fmla="*/ 4918678 w 4918678"/>
              <a:gd name="connsiteY1-4" fmla="*/ 0 h 5353325"/>
              <a:gd name="connsiteX2-5" fmla="*/ 4918678 w 4918678"/>
              <a:gd name="connsiteY2-6" fmla="*/ 5353325 h 5353325"/>
              <a:gd name="connsiteX3-7" fmla="*/ 0 w 4918678"/>
              <a:gd name="connsiteY3-8" fmla="*/ 5353325 h 5353325"/>
              <a:gd name="connsiteX4-9" fmla="*/ 69273 w 4918678"/>
              <a:gd name="connsiteY4-10" fmla="*/ 6927 h 5353325"/>
              <a:gd name="connsiteX0-11" fmla="*/ 0 w 4849405"/>
              <a:gd name="connsiteY0-12" fmla="*/ 6927 h 5353325"/>
              <a:gd name="connsiteX1-13" fmla="*/ 4849405 w 4849405"/>
              <a:gd name="connsiteY1-14" fmla="*/ 0 h 5353325"/>
              <a:gd name="connsiteX2-15" fmla="*/ 4849405 w 4849405"/>
              <a:gd name="connsiteY2-16" fmla="*/ 5353325 h 5353325"/>
              <a:gd name="connsiteX3-17" fmla="*/ 27709 w 4849405"/>
              <a:gd name="connsiteY3-18" fmla="*/ 5353325 h 5353325"/>
              <a:gd name="connsiteX4-19" fmla="*/ 0 w 4849405"/>
              <a:gd name="connsiteY4-20" fmla="*/ 6927 h 53533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49405" h="5353325">
                <a:moveTo>
                  <a:pt x="0" y="6927"/>
                </a:moveTo>
                <a:lnTo>
                  <a:pt x="4849405" y="0"/>
                </a:lnTo>
                <a:lnTo>
                  <a:pt x="4849405" y="5353325"/>
                </a:lnTo>
                <a:lnTo>
                  <a:pt x="27709" y="5353325"/>
                </a:lnTo>
                <a:lnTo>
                  <a:pt x="0" y="6927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500" b="1" dirty="0">
                <a:cs typeface="Arial" panose="020B0604020202020204" pitchFamily="34" charset="0"/>
              </a:rPr>
              <a:t>Existing</a:t>
            </a:r>
            <a:r>
              <a:rPr kumimoji="1" lang="zh-CN" altLang="en-US" sz="2500" b="1" dirty="0">
                <a:cs typeface="Arial" panose="020B0604020202020204" pitchFamily="34" charset="0"/>
              </a:rPr>
              <a:t> </a:t>
            </a:r>
            <a:r>
              <a:rPr kumimoji="1" lang="en-US" altLang="zh-CN" sz="2500" b="1" dirty="0">
                <a:cs typeface="Arial" panose="020B0604020202020204" pitchFamily="34" charset="0"/>
              </a:rPr>
              <a:t>LP methods</a:t>
            </a: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i="0" dirty="0">
                <a:solidFill>
                  <a:srgbClr val="000000"/>
                </a:solidFill>
                <a:effectLst/>
              </a:rPr>
              <a:t>Aim for</a:t>
            </a:r>
            <a:r>
              <a:rPr lang="en-US" altLang="zh-CN" sz="2300" i="0" dirty="0">
                <a:effectLst/>
              </a:rPr>
              <a:t> </a:t>
            </a:r>
            <a:r>
              <a:rPr lang="en-US" altLang="zh-CN" sz="2300" b="0" i="0" dirty="0">
                <a:effectLst/>
              </a:rPr>
              <a:t>applicability across different types of KGs</a:t>
            </a:r>
            <a:endParaRPr lang="en-US" altLang="zh-CN" sz="2300" b="0" i="0" dirty="0">
              <a:effectLst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/>
              <a:t>Leverage common information in KGs:</a:t>
            </a:r>
            <a:r>
              <a:rPr lang="zh-CN" altLang="en-US" sz="2300" dirty="0"/>
              <a:t> </a:t>
            </a:r>
            <a:endParaRPr lang="en-US" altLang="zh-CN" sz="2300" dirty="0"/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/>
              <a:t>Structural feature 		</a:t>
            </a:r>
            <a:endParaRPr lang="en-US" altLang="zh-CN" sz="2300" dirty="0"/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/>
              <a:t>Textual description</a:t>
            </a:r>
            <a:endParaRPr lang="en-US" altLang="zh-CN" sz="2300" b="0" i="0" dirty="0">
              <a:effectLst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b="1" i="0" dirty="0">
                <a:effectLst/>
              </a:rPr>
              <a:t>Limitations for </a:t>
            </a:r>
            <a:r>
              <a:rPr lang="en-US" altLang="zh-CN" sz="2500" b="1" dirty="0"/>
              <a:t>l</a:t>
            </a:r>
            <a:r>
              <a:rPr lang="en-US" altLang="zh-CN" sz="2500" b="1" i="0" dirty="0">
                <a:effectLst/>
              </a:rPr>
              <a:t>exico-semantic KGs</a:t>
            </a:r>
            <a:r>
              <a:rPr lang="en-US" altLang="zh-CN" sz="2500" b="1" dirty="0"/>
              <a:t> </a:t>
            </a:r>
            <a:endParaRPr lang="en-US" altLang="zh-CN" sz="2500" b="1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b="0" i="0" dirty="0">
                <a:solidFill>
                  <a:srgbClr val="000000"/>
                </a:solidFill>
                <a:effectLst/>
              </a:rPr>
              <a:t>Treat word senses as atomic units</a:t>
            </a:r>
            <a:endParaRPr lang="en-US" altLang="zh-CN" sz="2300" b="0" i="0" dirty="0">
              <a:solidFill>
                <a:srgbClr val="000000"/>
              </a:solidFill>
              <a:effectLst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b="0" i="0" dirty="0">
                <a:solidFill>
                  <a:srgbClr val="000000"/>
                </a:solidFill>
                <a:effectLst/>
              </a:rPr>
              <a:t>Overlook the effectiveness of internal semantic composition</a:t>
            </a:r>
            <a:endParaRPr lang="en-US" altLang="zh-CN" sz="2300" b="0" i="0" dirty="0">
              <a:solidFill>
                <a:srgbClr val="000000"/>
              </a:solidFill>
              <a:effectLst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solidFill>
                  <a:srgbClr val="000000"/>
                </a:solidFill>
              </a:rPr>
              <a:t>C</a:t>
            </a:r>
            <a:r>
              <a:rPr lang="en-US" altLang="zh-CN" sz="2100" i="0" dirty="0">
                <a:solidFill>
                  <a:srgbClr val="000000"/>
                </a:solidFill>
                <a:effectLst/>
              </a:rPr>
              <a:t>omponential analysis: word senses → </a:t>
            </a:r>
            <a:r>
              <a:rPr lang="en-US" altLang="zh-CN" sz="2100" dirty="0">
                <a:solidFill>
                  <a:srgbClr val="000000"/>
                </a:solidFill>
              </a:rPr>
              <a:t>s</a:t>
            </a:r>
            <a:r>
              <a:rPr lang="en-US" altLang="zh-CN" sz="2100" i="0" dirty="0">
                <a:solidFill>
                  <a:srgbClr val="000000"/>
                </a:solidFill>
                <a:effectLst/>
              </a:rPr>
              <a:t>ememic components</a:t>
            </a:r>
            <a:endParaRPr lang="en-US" altLang="zh-CN" sz="2100" i="0" dirty="0">
              <a:solidFill>
                <a:srgbClr val="000000"/>
              </a:solidFill>
              <a:effectLst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/>
              <a:t>Sememes: the minimal indivisible sememic components</a:t>
            </a:r>
            <a:endParaRPr lang="en-US" altLang="zh-CN" sz="2100" dirty="0"/>
          </a:p>
        </p:txBody>
      </p:sp>
      <p:pic>
        <p:nvPicPr>
          <p:cNvPr id="2048" name="图形 2047" descr="网络 纯色填充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4209" y="2442993"/>
            <a:ext cx="674375" cy="674375"/>
          </a:xfrm>
          <a:prstGeom prst="rect">
            <a:avLst/>
          </a:prstGeom>
        </p:spPr>
      </p:pic>
      <p:pic>
        <p:nvPicPr>
          <p:cNvPr id="2050" name="图形 2049" descr="文档 纯色填充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1166" y="3120291"/>
            <a:ext cx="617418" cy="6174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Motivation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-233037" y="857177"/>
            <a:ext cx="6464793" cy="5837688"/>
          </a:xfrm>
          <a:custGeom>
            <a:avLst/>
            <a:gdLst>
              <a:gd name="connsiteX0" fmla="*/ 0 w 4918678"/>
              <a:gd name="connsiteY0" fmla="*/ 0 h 5353325"/>
              <a:gd name="connsiteX1" fmla="*/ 4918678 w 4918678"/>
              <a:gd name="connsiteY1" fmla="*/ 0 h 5353325"/>
              <a:gd name="connsiteX2" fmla="*/ 4918678 w 4918678"/>
              <a:gd name="connsiteY2" fmla="*/ 5353325 h 5353325"/>
              <a:gd name="connsiteX3" fmla="*/ 0 w 4918678"/>
              <a:gd name="connsiteY3" fmla="*/ 5353325 h 5353325"/>
              <a:gd name="connsiteX4" fmla="*/ 0 w 4918678"/>
              <a:gd name="connsiteY4" fmla="*/ 0 h 5353325"/>
              <a:gd name="connsiteX0-1" fmla="*/ 69273 w 4918678"/>
              <a:gd name="connsiteY0-2" fmla="*/ 6927 h 5353325"/>
              <a:gd name="connsiteX1-3" fmla="*/ 4918678 w 4918678"/>
              <a:gd name="connsiteY1-4" fmla="*/ 0 h 5353325"/>
              <a:gd name="connsiteX2-5" fmla="*/ 4918678 w 4918678"/>
              <a:gd name="connsiteY2-6" fmla="*/ 5353325 h 5353325"/>
              <a:gd name="connsiteX3-7" fmla="*/ 0 w 4918678"/>
              <a:gd name="connsiteY3-8" fmla="*/ 5353325 h 5353325"/>
              <a:gd name="connsiteX4-9" fmla="*/ 69273 w 4918678"/>
              <a:gd name="connsiteY4-10" fmla="*/ 6927 h 5353325"/>
              <a:gd name="connsiteX0-11" fmla="*/ 0 w 4849405"/>
              <a:gd name="connsiteY0-12" fmla="*/ 6927 h 5353325"/>
              <a:gd name="connsiteX1-13" fmla="*/ 4849405 w 4849405"/>
              <a:gd name="connsiteY1-14" fmla="*/ 0 h 5353325"/>
              <a:gd name="connsiteX2-15" fmla="*/ 4849405 w 4849405"/>
              <a:gd name="connsiteY2-16" fmla="*/ 5353325 h 5353325"/>
              <a:gd name="connsiteX3-17" fmla="*/ 27709 w 4849405"/>
              <a:gd name="connsiteY3-18" fmla="*/ 5353325 h 5353325"/>
              <a:gd name="connsiteX4-19" fmla="*/ 0 w 4849405"/>
              <a:gd name="connsiteY4-20" fmla="*/ 6927 h 53533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49405" h="5353325">
                <a:moveTo>
                  <a:pt x="0" y="6927"/>
                </a:moveTo>
                <a:lnTo>
                  <a:pt x="4849405" y="0"/>
                </a:lnTo>
                <a:lnTo>
                  <a:pt x="4849405" y="5353325"/>
                </a:lnTo>
                <a:lnTo>
                  <a:pt x="27709" y="5353325"/>
                </a:lnTo>
                <a:lnTo>
                  <a:pt x="0" y="6927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/>
              <a:t>Word senses</a:t>
            </a:r>
            <a:r>
              <a:rPr lang="en-US" altLang="zh-CN" sz="2200" dirty="0"/>
              <a:t> within </a:t>
            </a:r>
            <a:r>
              <a:rPr lang="en-US" altLang="zh-CN" sz="2200" b="1" dirty="0"/>
              <a:t>lexico-semantic relations </a:t>
            </a:r>
            <a:r>
              <a:rPr lang="en-US" altLang="zh-CN" sz="2200" dirty="0"/>
              <a:t>usually show </a:t>
            </a:r>
            <a:r>
              <a:rPr lang="en-US" altLang="zh-CN" sz="2200" b="1" dirty="0"/>
              <a:t>systematic differences</a:t>
            </a:r>
            <a:r>
              <a:rPr lang="en-US" altLang="zh-CN" sz="2200" dirty="0"/>
              <a:t> in their </a:t>
            </a:r>
            <a:r>
              <a:rPr lang="en-US" altLang="zh-CN" sz="2200" b="1" dirty="0"/>
              <a:t>sememic components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solidFill>
                  <a:srgbClr val="000000"/>
                </a:solidFill>
              </a:rPr>
              <a:t>Antonymy: single-component negation while preserving others</a:t>
            </a:r>
            <a:endParaRPr lang="en-US" altLang="zh-CN" sz="2300" dirty="0">
              <a:solidFill>
                <a:srgbClr val="000000"/>
              </a:solidFill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solidFill>
                  <a:srgbClr val="000000"/>
                </a:solidFill>
              </a:rPr>
              <a:t>Hypernymy: subset containment</a:t>
            </a:r>
            <a:endParaRPr lang="en-US" altLang="zh-CN" sz="2300" dirty="0">
              <a:solidFill>
                <a:srgbClr val="000000"/>
              </a:solidFill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0000"/>
              </a:solidFill>
              <a:latin typeface="+mj-lt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0000"/>
              </a:solidFill>
              <a:latin typeface="+mj-lt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30" dirty="0">
              <a:solidFill>
                <a:srgbClr val="000000"/>
              </a:solidFill>
              <a:latin typeface="+mj-lt"/>
            </a:endParaRPr>
          </a:p>
          <a:p>
            <a:pPr lvl="2">
              <a:lnSpc>
                <a:spcPct val="150000"/>
              </a:lnSpc>
            </a:pPr>
            <a:endParaRPr lang="en-US" altLang="zh-CN" sz="2430" dirty="0">
              <a:solidFill>
                <a:srgbClr val="000000"/>
              </a:solidFill>
              <a:latin typeface="+mj-lt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30" dirty="0"/>
          </a:p>
        </p:txBody>
      </p:sp>
      <p:sp>
        <p:nvSpPr>
          <p:cNvPr id="2053" name="AutoShape 2" descr="Shelly_Skin-Default"/>
          <p:cNvSpPr>
            <a:spLocks noChangeAspect="1" noChangeArrowheads="1"/>
          </p:cNvSpPr>
          <p:nvPr/>
        </p:nvSpPr>
        <p:spPr bwMode="auto">
          <a:xfrm>
            <a:off x="9793208" y="1261174"/>
            <a:ext cx="1938130" cy="193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055" name="图片 205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031" y="1550251"/>
            <a:ext cx="1358449" cy="2062125"/>
          </a:xfrm>
          <a:prstGeom prst="rect">
            <a:avLst/>
          </a:prstGeom>
        </p:spPr>
      </p:pic>
      <p:pic>
        <p:nvPicPr>
          <p:cNvPr id="2057" name="图片 205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507" y="1528958"/>
            <a:ext cx="1062526" cy="2130365"/>
          </a:xfrm>
          <a:prstGeom prst="rect">
            <a:avLst/>
          </a:prstGeom>
        </p:spPr>
      </p:pic>
      <p:sp>
        <p:nvSpPr>
          <p:cNvPr id="2058" name="矩形 2057"/>
          <p:cNvSpPr/>
          <p:nvPr/>
        </p:nvSpPr>
        <p:spPr>
          <a:xfrm>
            <a:off x="7625570" y="1005587"/>
            <a:ext cx="1210124" cy="3776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human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59" name="矩形 2058"/>
          <p:cNvSpPr/>
          <p:nvPr/>
        </p:nvSpPr>
        <p:spPr>
          <a:xfrm>
            <a:off x="7638061" y="1550251"/>
            <a:ext cx="1210124" cy="3776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female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60" name="矩形 2059"/>
          <p:cNvSpPr/>
          <p:nvPr/>
        </p:nvSpPr>
        <p:spPr>
          <a:xfrm>
            <a:off x="7615310" y="2076129"/>
            <a:ext cx="1220384" cy="3776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immature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65" name="矩形 2064"/>
          <p:cNvSpPr/>
          <p:nvPr/>
        </p:nvSpPr>
        <p:spPr>
          <a:xfrm>
            <a:off x="6371234" y="1005587"/>
            <a:ext cx="919905" cy="3776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</a:rPr>
              <a:t>girl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p:cxnSp>
        <p:nvCxnSpPr>
          <p:cNvPr id="2067" name="直接箭头连接符 2066"/>
          <p:cNvCxnSpPr>
            <a:stCxn id="2065" idx="3"/>
            <a:endCxn id="2058" idx="1"/>
          </p:cNvCxnSpPr>
          <p:nvPr/>
        </p:nvCxnSpPr>
        <p:spPr>
          <a:xfrm>
            <a:off x="7291139" y="1194431"/>
            <a:ext cx="3344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9" name="直接箭头连接符 2068"/>
          <p:cNvCxnSpPr>
            <a:stCxn id="2065" idx="3"/>
            <a:endCxn id="2059" idx="1"/>
          </p:cNvCxnSpPr>
          <p:nvPr/>
        </p:nvCxnSpPr>
        <p:spPr>
          <a:xfrm>
            <a:off x="7291139" y="1194431"/>
            <a:ext cx="346922" cy="544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1" name="直接箭头连接符 2070"/>
          <p:cNvCxnSpPr>
            <a:stCxn id="2065" idx="3"/>
            <a:endCxn id="2060" idx="1"/>
          </p:cNvCxnSpPr>
          <p:nvPr/>
        </p:nvCxnSpPr>
        <p:spPr>
          <a:xfrm>
            <a:off x="7291139" y="1194431"/>
            <a:ext cx="324171" cy="107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78" name="矩形 2077"/>
          <p:cNvSpPr/>
          <p:nvPr/>
        </p:nvSpPr>
        <p:spPr>
          <a:xfrm>
            <a:off x="9170125" y="1005587"/>
            <a:ext cx="1210124" cy="3776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human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79" name="矩形 2078"/>
          <p:cNvSpPr/>
          <p:nvPr/>
        </p:nvSpPr>
        <p:spPr>
          <a:xfrm>
            <a:off x="9179696" y="1544920"/>
            <a:ext cx="1210124" cy="3968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male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80" name="矩形 2079"/>
          <p:cNvSpPr/>
          <p:nvPr/>
        </p:nvSpPr>
        <p:spPr>
          <a:xfrm>
            <a:off x="9159865" y="2076129"/>
            <a:ext cx="1220384" cy="3776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immature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81" name="矩形 2080"/>
          <p:cNvSpPr/>
          <p:nvPr/>
        </p:nvSpPr>
        <p:spPr>
          <a:xfrm>
            <a:off x="10701921" y="1005587"/>
            <a:ext cx="919905" cy="3776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</a:rPr>
              <a:t>boy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p:cxnSp>
        <p:nvCxnSpPr>
          <p:cNvPr id="2082" name="直接箭头连接符 2081"/>
          <p:cNvCxnSpPr>
            <a:stCxn id="2081" idx="1"/>
            <a:endCxn id="2078" idx="3"/>
          </p:cNvCxnSpPr>
          <p:nvPr/>
        </p:nvCxnSpPr>
        <p:spPr>
          <a:xfrm flipH="1">
            <a:off x="10380249" y="1194431"/>
            <a:ext cx="321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3" name="直接箭头连接符 2082"/>
          <p:cNvCxnSpPr>
            <a:stCxn id="2081" idx="1"/>
            <a:endCxn id="2079" idx="3"/>
          </p:cNvCxnSpPr>
          <p:nvPr/>
        </p:nvCxnSpPr>
        <p:spPr>
          <a:xfrm flipH="1">
            <a:off x="10389820" y="1194431"/>
            <a:ext cx="312101" cy="548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4" name="直接箭头连接符 2083"/>
          <p:cNvCxnSpPr>
            <a:stCxn id="2081" idx="1"/>
            <a:endCxn id="2080" idx="3"/>
          </p:cNvCxnSpPr>
          <p:nvPr/>
        </p:nvCxnSpPr>
        <p:spPr>
          <a:xfrm flipH="1">
            <a:off x="10380249" y="1194431"/>
            <a:ext cx="321672" cy="107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3" name="直接箭头连接符 2112"/>
          <p:cNvCxnSpPr>
            <a:endCxn id="2079" idx="1"/>
          </p:cNvCxnSpPr>
          <p:nvPr/>
        </p:nvCxnSpPr>
        <p:spPr>
          <a:xfrm flipV="1">
            <a:off x="8835005" y="1743336"/>
            <a:ext cx="344691" cy="33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3" name="AutoShape 2" descr="Shelly_Skin-Default"/>
          <p:cNvSpPr>
            <a:spLocks noChangeAspect="1" noChangeArrowheads="1"/>
          </p:cNvSpPr>
          <p:nvPr/>
        </p:nvSpPr>
        <p:spPr bwMode="auto">
          <a:xfrm>
            <a:off x="9852310" y="4198656"/>
            <a:ext cx="1938130" cy="193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174" name="图片 217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538" y="4412402"/>
            <a:ext cx="1358449" cy="2062125"/>
          </a:xfrm>
          <a:prstGeom prst="rect">
            <a:avLst/>
          </a:prstGeom>
        </p:spPr>
      </p:pic>
      <p:sp>
        <p:nvSpPr>
          <p:cNvPr id="2176" name="矩形 2175"/>
          <p:cNvSpPr/>
          <p:nvPr/>
        </p:nvSpPr>
        <p:spPr>
          <a:xfrm>
            <a:off x="7684672" y="3943069"/>
            <a:ext cx="1210124" cy="3776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human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78" name="矩形 2177"/>
          <p:cNvSpPr/>
          <p:nvPr/>
        </p:nvSpPr>
        <p:spPr>
          <a:xfrm>
            <a:off x="7674412" y="5013611"/>
            <a:ext cx="1220384" cy="3776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immature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79" name="矩形 2178"/>
          <p:cNvSpPr/>
          <p:nvPr/>
        </p:nvSpPr>
        <p:spPr>
          <a:xfrm>
            <a:off x="6430336" y="3943069"/>
            <a:ext cx="919905" cy="3776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</a:rPr>
              <a:t>child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p:cxnSp>
        <p:nvCxnSpPr>
          <p:cNvPr id="2180" name="直接箭头连接符 2179"/>
          <p:cNvCxnSpPr>
            <a:stCxn id="2179" idx="3"/>
            <a:endCxn id="2176" idx="1"/>
          </p:cNvCxnSpPr>
          <p:nvPr/>
        </p:nvCxnSpPr>
        <p:spPr>
          <a:xfrm>
            <a:off x="7350241" y="4131913"/>
            <a:ext cx="3344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2" name="直接箭头连接符 2181"/>
          <p:cNvCxnSpPr>
            <a:stCxn id="2179" idx="3"/>
            <a:endCxn id="2178" idx="1"/>
          </p:cNvCxnSpPr>
          <p:nvPr/>
        </p:nvCxnSpPr>
        <p:spPr>
          <a:xfrm>
            <a:off x="7350241" y="4131913"/>
            <a:ext cx="324171" cy="107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83" name="矩形 2182"/>
          <p:cNvSpPr/>
          <p:nvPr/>
        </p:nvSpPr>
        <p:spPr>
          <a:xfrm>
            <a:off x="9229227" y="3943069"/>
            <a:ext cx="1210124" cy="3776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human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84" name="矩形 2183"/>
          <p:cNvSpPr/>
          <p:nvPr/>
        </p:nvSpPr>
        <p:spPr>
          <a:xfrm>
            <a:off x="9218967" y="4468588"/>
            <a:ext cx="1210124" cy="3968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male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85" name="矩形 2184"/>
          <p:cNvSpPr/>
          <p:nvPr/>
        </p:nvSpPr>
        <p:spPr>
          <a:xfrm>
            <a:off x="9218967" y="5013611"/>
            <a:ext cx="1220384" cy="3776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immature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86" name="矩形 2185"/>
          <p:cNvSpPr/>
          <p:nvPr/>
        </p:nvSpPr>
        <p:spPr>
          <a:xfrm>
            <a:off x="10761023" y="3943069"/>
            <a:ext cx="919905" cy="3776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>
                <a:solidFill>
                  <a:schemeClr val="tx1"/>
                </a:solidFill>
              </a:rPr>
              <a:t>boy</a:t>
            </a:r>
            <a:endParaRPr lang="zh-CN" altLang="en-US" i="1" dirty="0">
              <a:solidFill>
                <a:schemeClr val="tx1"/>
              </a:solidFill>
            </a:endParaRPr>
          </a:p>
        </p:txBody>
      </p:sp>
      <p:cxnSp>
        <p:nvCxnSpPr>
          <p:cNvPr id="2187" name="直接箭头连接符 2186"/>
          <p:cNvCxnSpPr>
            <a:stCxn id="2186" idx="1"/>
            <a:endCxn id="2183" idx="3"/>
          </p:cNvCxnSpPr>
          <p:nvPr/>
        </p:nvCxnSpPr>
        <p:spPr>
          <a:xfrm flipH="1">
            <a:off x="10439351" y="4131913"/>
            <a:ext cx="321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8" name="直接箭头连接符 2187"/>
          <p:cNvCxnSpPr>
            <a:stCxn id="2186" idx="1"/>
            <a:endCxn id="2184" idx="3"/>
          </p:cNvCxnSpPr>
          <p:nvPr/>
        </p:nvCxnSpPr>
        <p:spPr>
          <a:xfrm flipH="1">
            <a:off x="10429091" y="4131913"/>
            <a:ext cx="331932" cy="535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9" name="直接箭头连接符 2188"/>
          <p:cNvCxnSpPr>
            <a:stCxn id="2186" idx="1"/>
            <a:endCxn id="2185" idx="3"/>
          </p:cNvCxnSpPr>
          <p:nvPr/>
        </p:nvCxnSpPr>
        <p:spPr>
          <a:xfrm flipH="1">
            <a:off x="10439351" y="4131913"/>
            <a:ext cx="321672" cy="107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95" name="图片 219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507" y="4412402"/>
            <a:ext cx="1398999" cy="20621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Motivation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287655" y="878840"/>
            <a:ext cx="12039600" cy="4702175"/>
          </a:xfrm>
          <a:custGeom>
            <a:avLst/>
            <a:gdLst>
              <a:gd name="connsiteX0" fmla="*/ 0 w 4918678"/>
              <a:gd name="connsiteY0" fmla="*/ 0 h 5353325"/>
              <a:gd name="connsiteX1" fmla="*/ 4918678 w 4918678"/>
              <a:gd name="connsiteY1" fmla="*/ 0 h 5353325"/>
              <a:gd name="connsiteX2" fmla="*/ 4918678 w 4918678"/>
              <a:gd name="connsiteY2" fmla="*/ 5353325 h 5353325"/>
              <a:gd name="connsiteX3" fmla="*/ 0 w 4918678"/>
              <a:gd name="connsiteY3" fmla="*/ 5353325 h 5353325"/>
              <a:gd name="connsiteX4" fmla="*/ 0 w 4918678"/>
              <a:gd name="connsiteY4" fmla="*/ 0 h 5353325"/>
              <a:gd name="connsiteX0-1" fmla="*/ 69273 w 4918678"/>
              <a:gd name="connsiteY0-2" fmla="*/ 6927 h 5353325"/>
              <a:gd name="connsiteX1-3" fmla="*/ 4918678 w 4918678"/>
              <a:gd name="connsiteY1-4" fmla="*/ 0 h 5353325"/>
              <a:gd name="connsiteX2-5" fmla="*/ 4918678 w 4918678"/>
              <a:gd name="connsiteY2-6" fmla="*/ 5353325 h 5353325"/>
              <a:gd name="connsiteX3-7" fmla="*/ 0 w 4918678"/>
              <a:gd name="connsiteY3-8" fmla="*/ 5353325 h 5353325"/>
              <a:gd name="connsiteX4-9" fmla="*/ 69273 w 4918678"/>
              <a:gd name="connsiteY4-10" fmla="*/ 6927 h 5353325"/>
              <a:gd name="connsiteX0-11" fmla="*/ 0 w 4849405"/>
              <a:gd name="connsiteY0-12" fmla="*/ 6927 h 5353325"/>
              <a:gd name="connsiteX1-13" fmla="*/ 4849405 w 4849405"/>
              <a:gd name="connsiteY1-14" fmla="*/ 0 h 5353325"/>
              <a:gd name="connsiteX2-15" fmla="*/ 4849405 w 4849405"/>
              <a:gd name="connsiteY2-16" fmla="*/ 5353325 h 5353325"/>
              <a:gd name="connsiteX3-17" fmla="*/ 27709 w 4849405"/>
              <a:gd name="connsiteY3-18" fmla="*/ 5353325 h 5353325"/>
              <a:gd name="connsiteX4-19" fmla="*/ 0 w 4849405"/>
              <a:gd name="connsiteY4-20" fmla="*/ 6927 h 53533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49405" h="5353325">
                <a:moveTo>
                  <a:pt x="0" y="6927"/>
                </a:moveTo>
                <a:lnTo>
                  <a:pt x="4849405" y="0"/>
                </a:lnTo>
                <a:lnTo>
                  <a:pt x="4849405" y="5353325"/>
                </a:lnTo>
                <a:lnTo>
                  <a:pt x="27709" y="5353325"/>
                </a:lnTo>
                <a:lnTo>
                  <a:pt x="0" y="6927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500" b="1" dirty="0">
                <a:cs typeface="Arial" panose="020B0604020202020204" pitchFamily="34" charset="0"/>
              </a:rPr>
              <a:t>Practical Challenges of Leveraging Sememe Information </a:t>
            </a: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60" dirty="0"/>
              <a:t>Lacking deployment in most KGs</a:t>
            </a:r>
            <a:endParaRPr lang="en-US" altLang="zh-CN" sz="226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60" dirty="0"/>
              <a:t>Insufficient word sense coverage in existing sememe knowledge bases like HowNet</a:t>
            </a:r>
            <a:endParaRPr lang="en-US" altLang="zh-CN" sz="226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60" dirty="0"/>
              <a:t>Sememe Prediction (SP) helps address issues but faces limitations:</a:t>
            </a:r>
            <a:endParaRPr lang="en-US" altLang="zh-CN" sz="2260" dirty="0"/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/>
              <a:t>Training data scarcity</a:t>
            </a:r>
            <a:endParaRPr lang="en-US" altLang="zh-CN" sz="2100" dirty="0"/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</a:rPr>
              <a:t>HowNet:</a:t>
            </a:r>
            <a:r>
              <a:rPr lang="zh-CN" altLang="en-US" sz="2100" dirty="0"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</a:rPr>
              <a:t>lacks textual definitions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 err="1">
                <a:ea typeface="微软雅黑" panose="020B0503020204020204" pitchFamily="34" charset="-122"/>
                <a:cs typeface="Times New Roman" panose="02020603050405020304" pitchFamily="18" charset="0"/>
              </a:rPr>
              <a:t>SememeBabel</a:t>
            </a: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</a:rPr>
              <a:t>: scarce Chinese (word </a:t>
            </a: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</a:rPr>
              <a:t>sense definition, sememes) pairs</a:t>
            </a:r>
            <a:endParaRPr lang="en-US" altLang="zh-CN" sz="2100" dirty="0"/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</a:rPr>
              <a:t>Suboptimal SP performance</a:t>
            </a:r>
            <a:endParaRPr lang="en-US" altLang="zh-CN" sz="2100" dirty="0"/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3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Resources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287604" y="878681"/>
            <a:ext cx="11653689" cy="4918847"/>
          </a:xfrm>
          <a:custGeom>
            <a:avLst/>
            <a:gdLst>
              <a:gd name="connsiteX0" fmla="*/ 0 w 4918678"/>
              <a:gd name="connsiteY0" fmla="*/ 0 h 5353325"/>
              <a:gd name="connsiteX1" fmla="*/ 4918678 w 4918678"/>
              <a:gd name="connsiteY1" fmla="*/ 0 h 5353325"/>
              <a:gd name="connsiteX2" fmla="*/ 4918678 w 4918678"/>
              <a:gd name="connsiteY2" fmla="*/ 5353325 h 5353325"/>
              <a:gd name="connsiteX3" fmla="*/ 0 w 4918678"/>
              <a:gd name="connsiteY3" fmla="*/ 5353325 h 5353325"/>
              <a:gd name="connsiteX4" fmla="*/ 0 w 4918678"/>
              <a:gd name="connsiteY4" fmla="*/ 0 h 5353325"/>
              <a:gd name="connsiteX0-1" fmla="*/ 69273 w 4918678"/>
              <a:gd name="connsiteY0-2" fmla="*/ 6927 h 5353325"/>
              <a:gd name="connsiteX1-3" fmla="*/ 4918678 w 4918678"/>
              <a:gd name="connsiteY1-4" fmla="*/ 0 h 5353325"/>
              <a:gd name="connsiteX2-5" fmla="*/ 4918678 w 4918678"/>
              <a:gd name="connsiteY2-6" fmla="*/ 5353325 h 5353325"/>
              <a:gd name="connsiteX3-7" fmla="*/ 0 w 4918678"/>
              <a:gd name="connsiteY3-8" fmla="*/ 5353325 h 5353325"/>
              <a:gd name="connsiteX4-9" fmla="*/ 69273 w 4918678"/>
              <a:gd name="connsiteY4-10" fmla="*/ 6927 h 5353325"/>
              <a:gd name="connsiteX0-11" fmla="*/ 0 w 4849405"/>
              <a:gd name="connsiteY0-12" fmla="*/ 6927 h 5353325"/>
              <a:gd name="connsiteX1-13" fmla="*/ 4849405 w 4849405"/>
              <a:gd name="connsiteY1-14" fmla="*/ 0 h 5353325"/>
              <a:gd name="connsiteX2-15" fmla="*/ 4849405 w 4849405"/>
              <a:gd name="connsiteY2-16" fmla="*/ 5353325 h 5353325"/>
              <a:gd name="connsiteX3-17" fmla="*/ 27709 w 4849405"/>
              <a:gd name="connsiteY3-18" fmla="*/ 5353325 h 5353325"/>
              <a:gd name="connsiteX4-19" fmla="*/ 0 w 4849405"/>
              <a:gd name="connsiteY4-20" fmla="*/ 6927 h 53533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49405" h="5353325">
                <a:moveTo>
                  <a:pt x="0" y="6927"/>
                </a:moveTo>
                <a:lnTo>
                  <a:pt x="4849405" y="0"/>
                </a:lnTo>
                <a:lnTo>
                  <a:pt x="4849405" y="5353325"/>
                </a:lnTo>
                <a:lnTo>
                  <a:pt x="27709" y="5353325"/>
                </a:lnTo>
                <a:lnTo>
                  <a:pt x="0" y="6927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sz="2500" b="1" dirty="0">
                <a:cs typeface="Arial" panose="020B0604020202020204" pitchFamily="34" charset="0"/>
              </a:rPr>
              <a:t>SememeDef (SP Dataset)</a:t>
            </a: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Purpose: obtaining more (definition, sememes) pairs</a:t>
            </a:r>
            <a:endParaRPr lang="en-US" altLang="zh-CN" sz="23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Construction Pipeline: </a:t>
            </a:r>
            <a:endParaRPr lang="en-US" altLang="zh-CN" sz="23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2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LLMs-based semantic consistency scoring for sense pairs between HowNet and the Contemporary Chinese Dictionary (CCD)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2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Select one-to-one semantically consistent pairs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2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Human validation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Scale: </a:t>
            </a:r>
            <a:endParaRPr lang="en-US" altLang="zh-CN" sz="23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2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70,645 English samples (from </a:t>
            </a:r>
            <a:r>
              <a:rPr lang="en-US" altLang="zh-CN" sz="2100" dirty="0" err="1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SememeBabel</a:t>
            </a: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2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43,163 Chinese samples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3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rcRect t="9877"/>
          <a:stretch>
            <a:fillRect/>
          </a:stretch>
        </p:blipFill>
        <p:spPr>
          <a:xfrm>
            <a:off x="1423775" y="5318288"/>
            <a:ext cx="9289415" cy="1452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Resources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287604" y="878681"/>
            <a:ext cx="11653689" cy="5672258"/>
          </a:xfrm>
          <a:custGeom>
            <a:avLst/>
            <a:gdLst>
              <a:gd name="connsiteX0" fmla="*/ 0 w 4918678"/>
              <a:gd name="connsiteY0" fmla="*/ 0 h 5353325"/>
              <a:gd name="connsiteX1" fmla="*/ 4918678 w 4918678"/>
              <a:gd name="connsiteY1" fmla="*/ 0 h 5353325"/>
              <a:gd name="connsiteX2" fmla="*/ 4918678 w 4918678"/>
              <a:gd name="connsiteY2" fmla="*/ 5353325 h 5353325"/>
              <a:gd name="connsiteX3" fmla="*/ 0 w 4918678"/>
              <a:gd name="connsiteY3" fmla="*/ 5353325 h 5353325"/>
              <a:gd name="connsiteX4" fmla="*/ 0 w 4918678"/>
              <a:gd name="connsiteY4" fmla="*/ 0 h 5353325"/>
              <a:gd name="connsiteX0-1" fmla="*/ 69273 w 4918678"/>
              <a:gd name="connsiteY0-2" fmla="*/ 6927 h 5353325"/>
              <a:gd name="connsiteX1-3" fmla="*/ 4918678 w 4918678"/>
              <a:gd name="connsiteY1-4" fmla="*/ 0 h 5353325"/>
              <a:gd name="connsiteX2-5" fmla="*/ 4918678 w 4918678"/>
              <a:gd name="connsiteY2-6" fmla="*/ 5353325 h 5353325"/>
              <a:gd name="connsiteX3-7" fmla="*/ 0 w 4918678"/>
              <a:gd name="connsiteY3-8" fmla="*/ 5353325 h 5353325"/>
              <a:gd name="connsiteX4-9" fmla="*/ 69273 w 4918678"/>
              <a:gd name="connsiteY4-10" fmla="*/ 6927 h 5353325"/>
              <a:gd name="connsiteX0-11" fmla="*/ 0 w 4849405"/>
              <a:gd name="connsiteY0-12" fmla="*/ 6927 h 5353325"/>
              <a:gd name="connsiteX1-13" fmla="*/ 4849405 w 4849405"/>
              <a:gd name="connsiteY1-14" fmla="*/ 0 h 5353325"/>
              <a:gd name="connsiteX2-15" fmla="*/ 4849405 w 4849405"/>
              <a:gd name="connsiteY2-16" fmla="*/ 5353325 h 5353325"/>
              <a:gd name="connsiteX3-17" fmla="*/ 27709 w 4849405"/>
              <a:gd name="connsiteY3-18" fmla="*/ 5353325 h 5353325"/>
              <a:gd name="connsiteX4-19" fmla="*/ 0 w 4849405"/>
              <a:gd name="connsiteY4-20" fmla="*/ 6927 h 53533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49405" h="5353325">
                <a:moveTo>
                  <a:pt x="0" y="6927"/>
                </a:moveTo>
                <a:lnTo>
                  <a:pt x="4849405" y="0"/>
                </a:lnTo>
                <a:lnTo>
                  <a:pt x="4849405" y="5353325"/>
                </a:lnTo>
                <a:lnTo>
                  <a:pt x="27709" y="5353325"/>
                </a:lnTo>
                <a:lnTo>
                  <a:pt x="0" y="6927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sz="2500" b="1" dirty="0">
                <a:cs typeface="Arial" panose="020B0604020202020204" pitchFamily="34" charset="0"/>
              </a:rPr>
              <a:t>HW5 &amp; CWN7 (Chinese Lexico-Semantic LP Datasets)</a:t>
            </a: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Purpose:  Construct standardized LP datasets like WN18RR in English</a:t>
            </a:r>
            <a:endParaRPr lang="en-US" altLang="zh-CN" sz="23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Construction Pipeline: </a:t>
            </a:r>
            <a:endParaRPr lang="en-US" altLang="zh-CN" sz="23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2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HN7 (based on HowNet)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828800" lvl="3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Construct synsets and extract relations following OpenHowNet guidelines;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828800" lvl="3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Generate unified synset definitions via GPT-4o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828800" lvl="3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Human validation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2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CWN5 (based on Chinese WordNet)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828800" lvl="3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Directly use synsets and relations from Chinese WordNet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828800" lvl="3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b="0" i="0" dirty="0">
                <a:solidFill>
                  <a:srgbClr val="000000"/>
                </a:solidFill>
                <a:effectLst/>
              </a:rPr>
              <a:t>Convert traditional Chinese to simplified Chinese</a:t>
            </a:r>
            <a:endParaRPr lang="en-US" altLang="zh-CN" sz="2100" b="0" i="0" dirty="0">
              <a:solidFill>
                <a:srgbClr val="000000"/>
              </a:solidFill>
              <a:effectLst/>
            </a:endParaRP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Scale:</a:t>
            </a:r>
            <a:endParaRPr lang="en-US" altLang="zh-CN" sz="23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2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HN7: </a:t>
            </a:r>
            <a:r>
              <a:rPr lang="en-US" altLang="zh-CN" sz="2100" dirty="0"/>
              <a:t>10,939 synsets and 25,672 triples across 7 relation types.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2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CWN5: </a:t>
            </a:r>
            <a:r>
              <a:rPr lang="en-US" altLang="zh-CN" sz="2100" dirty="0"/>
              <a:t>3,149 synsets and 5,395 triples across 5 relation types.</a:t>
            </a:r>
            <a:endParaRPr lang="en-US" altLang="zh-CN" sz="2100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Methodology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287604" y="878681"/>
            <a:ext cx="11653689" cy="5621475"/>
          </a:xfrm>
          <a:custGeom>
            <a:avLst/>
            <a:gdLst>
              <a:gd name="connsiteX0" fmla="*/ 0 w 4918678"/>
              <a:gd name="connsiteY0" fmla="*/ 0 h 5353325"/>
              <a:gd name="connsiteX1" fmla="*/ 4918678 w 4918678"/>
              <a:gd name="connsiteY1" fmla="*/ 0 h 5353325"/>
              <a:gd name="connsiteX2" fmla="*/ 4918678 w 4918678"/>
              <a:gd name="connsiteY2" fmla="*/ 5353325 h 5353325"/>
              <a:gd name="connsiteX3" fmla="*/ 0 w 4918678"/>
              <a:gd name="connsiteY3" fmla="*/ 5353325 h 5353325"/>
              <a:gd name="connsiteX4" fmla="*/ 0 w 4918678"/>
              <a:gd name="connsiteY4" fmla="*/ 0 h 5353325"/>
              <a:gd name="connsiteX0-1" fmla="*/ 69273 w 4918678"/>
              <a:gd name="connsiteY0-2" fmla="*/ 6927 h 5353325"/>
              <a:gd name="connsiteX1-3" fmla="*/ 4918678 w 4918678"/>
              <a:gd name="connsiteY1-4" fmla="*/ 0 h 5353325"/>
              <a:gd name="connsiteX2-5" fmla="*/ 4918678 w 4918678"/>
              <a:gd name="connsiteY2-6" fmla="*/ 5353325 h 5353325"/>
              <a:gd name="connsiteX3-7" fmla="*/ 0 w 4918678"/>
              <a:gd name="connsiteY3-8" fmla="*/ 5353325 h 5353325"/>
              <a:gd name="connsiteX4-9" fmla="*/ 69273 w 4918678"/>
              <a:gd name="connsiteY4-10" fmla="*/ 6927 h 5353325"/>
              <a:gd name="connsiteX0-11" fmla="*/ 0 w 4849405"/>
              <a:gd name="connsiteY0-12" fmla="*/ 6927 h 5353325"/>
              <a:gd name="connsiteX1-13" fmla="*/ 4849405 w 4849405"/>
              <a:gd name="connsiteY1-14" fmla="*/ 0 h 5353325"/>
              <a:gd name="connsiteX2-15" fmla="*/ 4849405 w 4849405"/>
              <a:gd name="connsiteY2-16" fmla="*/ 5353325 h 5353325"/>
              <a:gd name="connsiteX3-17" fmla="*/ 27709 w 4849405"/>
              <a:gd name="connsiteY3-18" fmla="*/ 5353325 h 5353325"/>
              <a:gd name="connsiteX4-19" fmla="*/ 0 w 4849405"/>
              <a:gd name="connsiteY4-20" fmla="*/ 6927 h 53533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49405" h="5353325">
                <a:moveTo>
                  <a:pt x="0" y="6927"/>
                </a:moveTo>
                <a:lnTo>
                  <a:pt x="4849405" y="0"/>
                </a:lnTo>
                <a:lnTo>
                  <a:pt x="4849405" y="5353325"/>
                </a:lnTo>
                <a:lnTo>
                  <a:pt x="27709" y="5353325"/>
                </a:lnTo>
                <a:lnTo>
                  <a:pt x="0" y="6927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500" b="1" dirty="0">
                <a:cs typeface="Arial" panose="020B0604020202020204" pitchFamily="34" charset="0"/>
              </a:rPr>
              <a:t>Sememe knowledge representation learning</a:t>
            </a: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300" dirty="0">
                <a:cs typeface="Arial" panose="020B0604020202020204" pitchFamily="34" charset="0"/>
              </a:rPr>
              <a:t>BERT-based Sememe Knowledge Encoder</a:t>
            </a:r>
            <a:endParaRPr kumimoji="1" lang="en-US" altLang="zh-CN" sz="2300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cs typeface="Times New Roman" panose="02020603050405020304" pitchFamily="18" charset="0"/>
              </a:rPr>
              <a:t>Training Tasks: </a:t>
            </a:r>
            <a:endParaRPr lang="en-US" altLang="zh-CN" sz="2300" dirty="0"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cs typeface="Times New Roman" panose="02020603050405020304" pitchFamily="18" charset="0"/>
              </a:rPr>
              <a:t>All-Sememe Prediction (ASP, multi-label) </a:t>
            </a:r>
            <a:endParaRPr lang="en-US" altLang="zh-CN" sz="2100" dirty="0"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cs typeface="Times New Roman" panose="02020603050405020304" pitchFamily="18" charset="0"/>
              </a:rPr>
              <a:t>Main-Sememe Prediction (MSP, multi-class) </a:t>
            </a:r>
            <a:endParaRPr lang="en-US" altLang="zh-CN" sz="2100" dirty="0"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cs typeface="Times New Roman" panose="02020603050405020304" pitchFamily="18" charset="0"/>
              </a:rPr>
              <a:t>Input Template: </a:t>
            </a:r>
            <a:endParaRPr lang="en-US" altLang="zh-CN" sz="2300" dirty="0"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Times New Roman" panose="02020603050405020304" pitchFamily="18" charset="0"/>
                <a:sym typeface="+mn-ea"/>
              </a:rPr>
              <a:t>[CLS] [A_1]-[A_L] [ASP] [M_1]-[M_L] [MSP] word sense definition [SEP] </a:t>
            </a:r>
            <a:endParaRPr lang="en-US" altLang="zh-CN" sz="2000" dirty="0">
              <a:cs typeface="Times New Roman" panose="02020603050405020304" pitchFamily="18" charset="0"/>
              <a:sym typeface="+mn-ea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cs typeface="Times New Roman" panose="02020603050405020304" pitchFamily="18" charset="0"/>
                <a:sym typeface="+mn-ea"/>
              </a:rPr>
              <a:t>[A_1] - [A_L] &amp; [M_1] - [M_L]</a:t>
            </a:r>
            <a:r>
              <a:rPr lang="zh-CN" altLang="en-US" sz="2100" dirty="0"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100" dirty="0">
                <a:cs typeface="Times New Roman" panose="02020603050405020304" pitchFamily="18" charset="0"/>
                <a:sym typeface="+mn-ea"/>
              </a:rPr>
              <a:t>learnable prompt tokens</a:t>
            </a:r>
            <a:endParaRPr lang="en-US" altLang="zh-CN" sz="2100" dirty="0">
              <a:cs typeface="Times New Roman" panose="02020603050405020304" pitchFamily="18" charset="0"/>
              <a:sym typeface="+mn-ea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cs typeface="Times New Roman" panose="02020603050405020304" pitchFamily="18" charset="0"/>
                <a:sym typeface="+mn-ea"/>
              </a:rPr>
              <a:t>[ASP] / [MSP]</a:t>
            </a:r>
            <a:r>
              <a:rPr lang="zh-CN" altLang="en-US" sz="2100" dirty="0"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100" dirty="0">
                <a:cs typeface="Times New Roman" panose="02020603050405020304" pitchFamily="18" charset="0"/>
                <a:sym typeface="+mn-ea"/>
              </a:rPr>
              <a:t>task-specific classification tokens</a:t>
            </a:r>
            <a:endParaRPr lang="en-US" altLang="zh-CN" sz="2100" dirty="0">
              <a:cs typeface="Times New Roman" panose="02020603050405020304" pitchFamily="18" charset="0"/>
              <a:sym typeface="+mn-ea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cs typeface="Arial" panose="020B0604020202020204" pitchFamily="34" charset="0"/>
              </a:rPr>
              <a:t>Acquisition of sememe knowledge representation</a:t>
            </a:r>
            <a:r>
              <a:rPr lang="zh-CN" altLang="en-US" sz="2300" i="0" dirty="0">
                <a:solidFill>
                  <a:srgbClr val="000000"/>
                </a:solidFill>
                <a:effectLst/>
              </a:rPr>
              <a:t>：</a:t>
            </a:r>
            <a:endParaRPr lang="en-US" altLang="zh-CN" sz="2300" i="0" dirty="0">
              <a:solidFill>
                <a:srgbClr val="000000"/>
              </a:solidFill>
              <a:effectLst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solidFill>
                  <a:srgbClr val="000000"/>
                </a:solidFill>
              </a:rPr>
              <a:t>A</a:t>
            </a:r>
            <a:r>
              <a:rPr lang="en-US" altLang="zh-CN" sz="2100" i="0" dirty="0">
                <a:solidFill>
                  <a:srgbClr val="000000"/>
                </a:solidFill>
                <a:effectLst/>
              </a:rPr>
              <a:t>ll-sememe / main-sememe representation: last hidden states of [ASP] / [MSP] </a:t>
            </a:r>
            <a:endParaRPr kumimoji="1" lang="en-US" altLang="zh-CN" sz="2100" b="1" dirty="0"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Methodology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287655" y="878840"/>
            <a:ext cx="11601450" cy="6035040"/>
          </a:xfrm>
          <a:custGeom>
            <a:avLst/>
            <a:gdLst>
              <a:gd name="connsiteX0" fmla="*/ 0 w 4918678"/>
              <a:gd name="connsiteY0" fmla="*/ 0 h 5353325"/>
              <a:gd name="connsiteX1" fmla="*/ 4918678 w 4918678"/>
              <a:gd name="connsiteY1" fmla="*/ 0 h 5353325"/>
              <a:gd name="connsiteX2" fmla="*/ 4918678 w 4918678"/>
              <a:gd name="connsiteY2" fmla="*/ 5353325 h 5353325"/>
              <a:gd name="connsiteX3" fmla="*/ 0 w 4918678"/>
              <a:gd name="connsiteY3" fmla="*/ 5353325 h 5353325"/>
              <a:gd name="connsiteX4" fmla="*/ 0 w 4918678"/>
              <a:gd name="connsiteY4" fmla="*/ 0 h 5353325"/>
              <a:gd name="connsiteX0-1" fmla="*/ 69273 w 4918678"/>
              <a:gd name="connsiteY0-2" fmla="*/ 6927 h 5353325"/>
              <a:gd name="connsiteX1-3" fmla="*/ 4918678 w 4918678"/>
              <a:gd name="connsiteY1-4" fmla="*/ 0 h 5353325"/>
              <a:gd name="connsiteX2-5" fmla="*/ 4918678 w 4918678"/>
              <a:gd name="connsiteY2-6" fmla="*/ 5353325 h 5353325"/>
              <a:gd name="connsiteX3-7" fmla="*/ 0 w 4918678"/>
              <a:gd name="connsiteY3-8" fmla="*/ 5353325 h 5353325"/>
              <a:gd name="connsiteX4-9" fmla="*/ 69273 w 4918678"/>
              <a:gd name="connsiteY4-10" fmla="*/ 6927 h 5353325"/>
              <a:gd name="connsiteX0-11" fmla="*/ 0 w 4849405"/>
              <a:gd name="connsiteY0-12" fmla="*/ 6927 h 5353325"/>
              <a:gd name="connsiteX1-13" fmla="*/ 4849405 w 4849405"/>
              <a:gd name="connsiteY1-14" fmla="*/ 0 h 5353325"/>
              <a:gd name="connsiteX2-15" fmla="*/ 4849405 w 4849405"/>
              <a:gd name="connsiteY2-16" fmla="*/ 5353325 h 5353325"/>
              <a:gd name="connsiteX3-17" fmla="*/ 27709 w 4849405"/>
              <a:gd name="connsiteY3-18" fmla="*/ 5353325 h 5353325"/>
              <a:gd name="connsiteX4-19" fmla="*/ 0 w 4849405"/>
              <a:gd name="connsiteY4-20" fmla="*/ 6927 h 53533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49405" h="5353325">
                <a:moveTo>
                  <a:pt x="0" y="6927"/>
                </a:moveTo>
                <a:lnTo>
                  <a:pt x="4849405" y="0"/>
                </a:lnTo>
                <a:lnTo>
                  <a:pt x="4849405" y="5353325"/>
                </a:lnTo>
                <a:lnTo>
                  <a:pt x="27709" y="5353325"/>
                </a:lnTo>
                <a:lnTo>
                  <a:pt x="0" y="6927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sz="2500" b="1" dirty="0">
                <a:cs typeface="Arial" panose="020B0604020202020204" pitchFamily="34" charset="0"/>
              </a:rPr>
              <a:t>SememeLP: enhance LP by leveraging sememe knowledge </a:t>
            </a: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cs typeface="Times New Roman" panose="02020603050405020304" pitchFamily="18" charset="0"/>
              </a:rPr>
              <a:t>Three-Stage Gated Fusion Module</a:t>
            </a:r>
            <a:endParaRPr lang="en-US" altLang="zh-CN" sz="2300" dirty="0"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cs typeface="Times New Roman" panose="02020603050405020304" pitchFamily="18" charset="0"/>
              </a:rPr>
              <a:t>Mitigate noise from potential SP inaccuracies</a:t>
            </a:r>
            <a:endParaRPr lang="en-US" altLang="zh-CN" sz="2100" dirty="0"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cs typeface="Times New Roman" panose="02020603050405020304" pitchFamily="18" charset="0"/>
              </a:rPr>
              <a:t>Adapt to dynamic contribution differences across relation types/contexts</a:t>
            </a:r>
            <a:endParaRPr lang="en-US" altLang="zh-CN" sz="2100" dirty="0"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100" dirty="0">
                <a:cs typeface="Times New Roman" panose="02020603050405020304" pitchFamily="18" charset="0"/>
              </a:rPr>
              <a:t>Achieve complementary fusion of sememe features and structural/textual features</a:t>
            </a:r>
            <a:endParaRPr lang="en-US" altLang="zh-CN" sz="2100" dirty="0"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zh-CN" altLang="en-US" sz="2100" dirty="0">
              <a:cs typeface="+mn-lt"/>
            </a:endParaRPr>
          </a:p>
        </p:txBody>
      </p:sp>
      <p:pic>
        <p:nvPicPr>
          <p:cNvPr id="259" name="图片 258"/>
          <p:cNvPicPr>
            <a:picLocks noChangeAspect="1"/>
          </p:cNvPicPr>
          <p:nvPr/>
        </p:nvPicPr>
        <p:blipFill>
          <a:blip r:embed="rId2"/>
          <a:srcRect l="7401" t="6743" r="5857" b="21422"/>
          <a:stretch>
            <a:fillRect/>
          </a:stretch>
        </p:blipFill>
        <p:spPr>
          <a:xfrm>
            <a:off x="689610" y="1613535"/>
            <a:ext cx="10757535" cy="30822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Methodology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287604" y="878681"/>
            <a:ext cx="11653689" cy="4095095"/>
          </a:xfrm>
          <a:custGeom>
            <a:avLst/>
            <a:gdLst>
              <a:gd name="connsiteX0" fmla="*/ 0 w 4918678"/>
              <a:gd name="connsiteY0" fmla="*/ 0 h 5353325"/>
              <a:gd name="connsiteX1" fmla="*/ 4918678 w 4918678"/>
              <a:gd name="connsiteY1" fmla="*/ 0 h 5353325"/>
              <a:gd name="connsiteX2" fmla="*/ 4918678 w 4918678"/>
              <a:gd name="connsiteY2" fmla="*/ 5353325 h 5353325"/>
              <a:gd name="connsiteX3" fmla="*/ 0 w 4918678"/>
              <a:gd name="connsiteY3" fmla="*/ 5353325 h 5353325"/>
              <a:gd name="connsiteX4" fmla="*/ 0 w 4918678"/>
              <a:gd name="connsiteY4" fmla="*/ 0 h 5353325"/>
              <a:gd name="connsiteX0-1" fmla="*/ 69273 w 4918678"/>
              <a:gd name="connsiteY0-2" fmla="*/ 6927 h 5353325"/>
              <a:gd name="connsiteX1-3" fmla="*/ 4918678 w 4918678"/>
              <a:gd name="connsiteY1-4" fmla="*/ 0 h 5353325"/>
              <a:gd name="connsiteX2-5" fmla="*/ 4918678 w 4918678"/>
              <a:gd name="connsiteY2-6" fmla="*/ 5353325 h 5353325"/>
              <a:gd name="connsiteX3-7" fmla="*/ 0 w 4918678"/>
              <a:gd name="connsiteY3-8" fmla="*/ 5353325 h 5353325"/>
              <a:gd name="connsiteX4-9" fmla="*/ 69273 w 4918678"/>
              <a:gd name="connsiteY4-10" fmla="*/ 6927 h 5353325"/>
              <a:gd name="connsiteX0-11" fmla="*/ 0 w 4849405"/>
              <a:gd name="connsiteY0-12" fmla="*/ 6927 h 5353325"/>
              <a:gd name="connsiteX1-13" fmla="*/ 4849405 w 4849405"/>
              <a:gd name="connsiteY1-14" fmla="*/ 0 h 5353325"/>
              <a:gd name="connsiteX2-15" fmla="*/ 4849405 w 4849405"/>
              <a:gd name="connsiteY2-16" fmla="*/ 5353325 h 5353325"/>
              <a:gd name="connsiteX3-17" fmla="*/ 27709 w 4849405"/>
              <a:gd name="connsiteY3-18" fmla="*/ 5353325 h 5353325"/>
              <a:gd name="connsiteX4-19" fmla="*/ 0 w 4849405"/>
              <a:gd name="connsiteY4-20" fmla="*/ 6927 h 53533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49405" h="5353325">
                <a:moveTo>
                  <a:pt x="0" y="6927"/>
                </a:moveTo>
                <a:lnTo>
                  <a:pt x="4849405" y="0"/>
                </a:lnTo>
                <a:lnTo>
                  <a:pt x="4849405" y="5353325"/>
                </a:lnTo>
                <a:lnTo>
                  <a:pt x="27709" y="5353325"/>
                </a:lnTo>
                <a:lnTo>
                  <a:pt x="0" y="6927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500" b="1" dirty="0">
                <a:cs typeface="Arial" panose="020B0604020202020204" pitchFamily="34" charset="0"/>
              </a:rPr>
              <a:t>Training details</a:t>
            </a:r>
            <a:endParaRPr kumimoji="1" lang="en-US" altLang="zh-CN" sz="2500" b="1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zh-CN" sz="2300" dirty="0">
                <a:cs typeface="Arial" panose="020B0604020202020204" pitchFamily="34" charset="0"/>
              </a:rPr>
              <a:t>Train the sememe knowledge encoder on the SememeDef Dataset</a:t>
            </a:r>
            <a:endParaRPr kumimoji="1" lang="en-US" altLang="zh-CN" sz="2300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zh-CN" sz="2300" dirty="0">
                <a:cs typeface="Arial" panose="020B0604020202020204" pitchFamily="34" charset="0"/>
              </a:rPr>
              <a:t>Train SememeLP on LP datasets</a:t>
            </a:r>
            <a:endParaRPr kumimoji="1" lang="en-US" altLang="zh-CN" sz="2300" dirty="0">
              <a:cs typeface="Arial" panose="020B0604020202020204" pitchFamily="34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Parameters of the sememe knowledge encoder are frozen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Negative Sampling Strategy</a:t>
            </a:r>
            <a:r>
              <a:rPr kumimoji="1" lang="zh-CN" altLang="en-US" sz="2100" dirty="0">
                <a:cs typeface="Arial" panose="020B0604020202020204" pitchFamily="34" charset="0"/>
              </a:rPr>
              <a:t>：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Adopted from two top-performing LP methods: SimKGC &amp; MoCoKGC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Variants:</a:t>
            </a:r>
            <a:r>
              <a:rPr kumimoji="1" lang="zh-CN" altLang="en-US" sz="2100" dirty="0">
                <a:cs typeface="Arial" panose="020B0604020202020204" pitchFamily="34" charset="0"/>
              </a:rPr>
              <a:t> </a:t>
            </a:r>
            <a:r>
              <a:rPr kumimoji="1" lang="en-US" altLang="zh-CN" sz="2100" dirty="0">
                <a:cs typeface="Arial" panose="020B0604020202020204" pitchFamily="34" charset="0"/>
              </a:rPr>
              <a:t>SememeLP</a:t>
            </a:r>
            <a:r>
              <a:rPr kumimoji="1" lang="en-US" altLang="zh-CN" sz="1400" dirty="0">
                <a:cs typeface="Arial" panose="020B0604020202020204" pitchFamily="34" charset="0"/>
              </a:rPr>
              <a:t>Sim</a:t>
            </a:r>
            <a:r>
              <a:rPr kumimoji="1" lang="en-US" altLang="zh-CN" sz="2100" dirty="0">
                <a:cs typeface="Arial" panose="020B0604020202020204" pitchFamily="34" charset="0"/>
              </a:rPr>
              <a:t> &amp; SememeLP</a:t>
            </a:r>
            <a:r>
              <a:rPr kumimoji="1" lang="en-US" altLang="zh-CN" sz="1400" dirty="0">
                <a:cs typeface="Arial" panose="020B0604020202020204" pitchFamily="34" charset="0"/>
              </a:rPr>
              <a:t>MoCo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Loss Function:</a:t>
            </a:r>
            <a:r>
              <a:rPr kumimoji="1" lang="zh-CN" altLang="en-US" sz="2100" dirty="0">
                <a:cs typeface="Arial" panose="020B0604020202020204" pitchFamily="34" charset="0"/>
              </a:rPr>
              <a:t> </a:t>
            </a:r>
            <a:r>
              <a:rPr kumimoji="1" lang="en-US" altLang="zh-CN" sz="2100" dirty="0">
                <a:cs typeface="Arial" panose="020B0604020202020204" pitchFamily="34" charset="0"/>
              </a:rPr>
              <a:t>InfoNCE loss with additive margin</a:t>
            </a:r>
            <a:endParaRPr kumimoji="1" lang="en-US" altLang="zh-CN" sz="21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Experiments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图片 6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84" y="950359"/>
            <a:ext cx="4282375" cy="3693548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966" y="999662"/>
            <a:ext cx="7233920" cy="2603856"/>
          </a:xfrm>
          <a:prstGeom prst="rect">
            <a:avLst/>
          </a:prstGeom>
        </p:spPr>
      </p:pic>
      <p:sp>
        <p:nvSpPr>
          <p:cNvPr id="68" name="文本框 67"/>
          <p:cNvSpPr txBox="1"/>
          <p:nvPr/>
        </p:nvSpPr>
        <p:spPr>
          <a:xfrm>
            <a:off x="4715629" y="3945268"/>
            <a:ext cx="6233160" cy="1619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ea typeface="微软雅黑" panose="020B0503020204020204" pitchFamily="34" charset="-122"/>
                <a:cs typeface="Times New Roman" panose="02020603050405020304" pitchFamily="18" charset="0"/>
              </a:rPr>
              <a:t>Consistent &amp; Significant Improvements</a:t>
            </a:r>
            <a:endParaRPr lang="en-US" altLang="zh-CN" sz="23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/>
              <a:t>Larger Gains in Precise Prediction</a:t>
            </a:r>
            <a:endParaRPr lang="en-US" altLang="zh-CN" sz="2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/>
              <a:t>Superior Performance on HN7</a:t>
            </a:r>
            <a:endParaRPr lang="zh-CN" alt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Analysis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257354" y="928626"/>
            <a:ext cx="6458636" cy="4972259"/>
          </a:xfrm>
          <a:custGeom>
            <a:avLst/>
            <a:gdLst>
              <a:gd name="connsiteX0" fmla="*/ 0 w 4918678"/>
              <a:gd name="connsiteY0" fmla="*/ 0 h 5353325"/>
              <a:gd name="connsiteX1" fmla="*/ 4918678 w 4918678"/>
              <a:gd name="connsiteY1" fmla="*/ 0 h 5353325"/>
              <a:gd name="connsiteX2" fmla="*/ 4918678 w 4918678"/>
              <a:gd name="connsiteY2" fmla="*/ 5353325 h 5353325"/>
              <a:gd name="connsiteX3" fmla="*/ 0 w 4918678"/>
              <a:gd name="connsiteY3" fmla="*/ 5353325 h 5353325"/>
              <a:gd name="connsiteX4" fmla="*/ 0 w 4918678"/>
              <a:gd name="connsiteY4" fmla="*/ 0 h 5353325"/>
              <a:gd name="connsiteX0-1" fmla="*/ 69273 w 4918678"/>
              <a:gd name="connsiteY0-2" fmla="*/ 6927 h 5353325"/>
              <a:gd name="connsiteX1-3" fmla="*/ 4918678 w 4918678"/>
              <a:gd name="connsiteY1-4" fmla="*/ 0 h 5353325"/>
              <a:gd name="connsiteX2-5" fmla="*/ 4918678 w 4918678"/>
              <a:gd name="connsiteY2-6" fmla="*/ 5353325 h 5353325"/>
              <a:gd name="connsiteX3-7" fmla="*/ 0 w 4918678"/>
              <a:gd name="connsiteY3-8" fmla="*/ 5353325 h 5353325"/>
              <a:gd name="connsiteX4-9" fmla="*/ 69273 w 4918678"/>
              <a:gd name="connsiteY4-10" fmla="*/ 6927 h 5353325"/>
              <a:gd name="connsiteX0-11" fmla="*/ 0 w 4849405"/>
              <a:gd name="connsiteY0-12" fmla="*/ 6927 h 5353325"/>
              <a:gd name="connsiteX1-13" fmla="*/ 4849405 w 4849405"/>
              <a:gd name="connsiteY1-14" fmla="*/ 0 h 5353325"/>
              <a:gd name="connsiteX2-15" fmla="*/ 4849405 w 4849405"/>
              <a:gd name="connsiteY2-16" fmla="*/ 5353325 h 5353325"/>
              <a:gd name="connsiteX3-17" fmla="*/ 27709 w 4849405"/>
              <a:gd name="connsiteY3-18" fmla="*/ 5353325 h 5353325"/>
              <a:gd name="connsiteX4-19" fmla="*/ 0 w 4849405"/>
              <a:gd name="connsiteY4-20" fmla="*/ 6927 h 53533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49405" h="5353325">
                <a:moveTo>
                  <a:pt x="0" y="6927"/>
                </a:moveTo>
                <a:lnTo>
                  <a:pt x="4849405" y="0"/>
                </a:lnTo>
                <a:lnTo>
                  <a:pt x="4849405" y="5353325"/>
                </a:lnTo>
                <a:lnTo>
                  <a:pt x="27709" y="5353325"/>
                </a:lnTo>
                <a:lnTo>
                  <a:pt x="0" y="6927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endParaRPr kumimoji="1" lang="en-US" altLang="zh-CN" sz="2300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300" dirty="0">
                <a:cs typeface="Arial" panose="020B0604020202020204" pitchFamily="34" charset="0"/>
              </a:rPr>
              <a:t>Analysis Setup</a:t>
            </a:r>
            <a:endParaRPr kumimoji="1" lang="en-US" altLang="zh-CN" sz="2300" dirty="0">
              <a:cs typeface="Arial" panose="020B0604020202020204" pitchFamily="34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Grouping: 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Correct (accurate top-1 predictions) 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Error (inaccurate top-1 predictions)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Verified Patterns: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Antonymy: antonymous sememe pair + other sememes are identical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Hypernymy/Hyponymy: hypernym sememes ⊂ hyponym sememes</a:t>
            </a:r>
            <a:endParaRPr kumimoji="1" lang="en-US" altLang="zh-CN" sz="2100" dirty="0">
              <a:cs typeface="Arial" panose="020B0604020202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47984" y="898960"/>
            <a:ext cx="11436762" cy="598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500" b="1" dirty="0">
                <a:cs typeface="Arial" panose="020B0604020202020204" pitchFamily="34" charset="0"/>
              </a:rPr>
              <a:t>Why does the incorporation of sememe knowledge enhance LP?</a:t>
            </a:r>
            <a:endParaRPr kumimoji="1" lang="en-US" altLang="zh-CN" sz="2500" b="1" dirty="0">
              <a:cs typeface="Arial" panose="020B0604020202020204" pitchFamily="34" charset="0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2"/>
          <a:srcRect l="5080" r="6528"/>
          <a:stretch>
            <a:fillRect/>
          </a:stretch>
        </p:blipFill>
        <p:spPr>
          <a:xfrm>
            <a:off x="6744407" y="2232500"/>
            <a:ext cx="5144489" cy="31421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Analysis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257175" y="928370"/>
            <a:ext cx="6515100" cy="5031105"/>
          </a:xfrm>
          <a:custGeom>
            <a:avLst/>
            <a:gdLst>
              <a:gd name="connsiteX0" fmla="*/ 0 w 4918678"/>
              <a:gd name="connsiteY0" fmla="*/ 0 h 5353325"/>
              <a:gd name="connsiteX1" fmla="*/ 4918678 w 4918678"/>
              <a:gd name="connsiteY1" fmla="*/ 0 h 5353325"/>
              <a:gd name="connsiteX2" fmla="*/ 4918678 w 4918678"/>
              <a:gd name="connsiteY2" fmla="*/ 5353325 h 5353325"/>
              <a:gd name="connsiteX3" fmla="*/ 0 w 4918678"/>
              <a:gd name="connsiteY3" fmla="*/ 5353325 h 5353325"/>
              <a:gd name="connsiteX4" fmla="*/ 0 w 4918678"/>
              <a:gd name="connsiteY4" fmla="*/ 0 h 5353325"/>
              <a:gd name="connsiteX0-1" fmla="*/ 69273 w 4918678"/>
              <a:gd name="connsiteY0-2" fmla="*/ 6927 h 5353325"/>
              <a:gd name="connsiteX1-3" fmla="*/ 4918678 w 4918678"/>
              <a:gd name="connsiteY1-4" fmla="*/ 0 h 5353325"/>
              <a:gd name="connsiteX2-5" fmla="*/ 4918678 w 4918678"/>
              <a:gd name="connsiteY2-6" fmla="*/ 5353325 h 5353325"/>
              <a:gd name="connsiteX3-7" fmla="*/ 0 w 4918678"/>
              <a:gd name="connsiteY3-8" fmla="*/ 5353325 h 5353325"/>
              <a:gd name="connsiteX4-9" fmla="*/ 69273 w 4918678"/>
              <a:gd name="connsiteY4-10" fmla="*/ 6927 h 5353325"/>
              <a:gd name="connsiteX0-11" fmla="*/ 0 w 4849405"/>
              <a:gd name="connsiteY0-12" fmla="*/ 6927 h 5353325"/>
              <a:gd name="connsiteX1-13" fmla="*/ 4849405 w 4849405"/>
              <a:gd name="connsiteY1-14" fmla="*/ 0 h 5353325"/>
              <a:gd name="connsiteX2-15" fmla="*/ 4849405 w 4849405"/>
              <a:gd name="connsiteY2-16" fmla="*/ 5353325 h 5353325"/>
              <a:gd name="connsiteX3-17" fmla="*/ 27709 w 4849405"/>
              <a:gd name="connsiteY3-18" fmla="*/ 5353325 h 5353325"/>
              <a:gd name="connsiteX4-19" fmla="*/ 0 w 4849405"/>
              <a:gd name="connsiteY4-20" fmla="*/ 6927 h 53533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49405" h="5353325">
                <a:moveTo>
                  <a:pt x="0" y="6927"/>
                </a:moveTo>
                <a:lnTo>
                  <a:pt x="4849405" y="0"/>
                </a:lnTo>
                <a:lnTo>
                  <a:pt x="4849405" y="5353325"/>
                </a:lnTo>
                <a:lnTo>
                  <a:pt x="27709" y="5353325"/>
                </a:lnTo>
                <a:lnTo>
                  <a:pt x="0" y="6927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endParaRPr kumimoji="1" lang="en-US" altLang="zh-CN" sz="2300" dirty="0"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300" dirty="0">
                <a:cs typeface="Arial" panose="020B0604020202020204" pitchFamily="34" charset="0"/>
              </a:rPr>
              <a:t>Analysis Setup</a:t>
            </a:r>
            <a:endParaRPr kumimoji="1" lang="en-US" altLang="zh-CN" sz="2300" dirty="0">
              <a:cs typeface="Arial" panose="020B0604020202020204" pitchFamily="34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Grouping Criterion: Jaccard Similarity between head/tail definitions and definitions in SememeDef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Four Groups: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T: High similarity (Jaccard &gt; 0.5)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F: Low similarity (Jaccard ≤ 0.5) 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First T/F: head similarity </a:t>
            </a:r>
            <a:endParaRPr kumimoji="1" lang="en-US" altLang="zh-CN" sz="2100" dirty="0">
              <a:cs typeface="Arial" panose="020B0604020202020204" pitchFamily="34" charset="0"/>
            </a:endParaRP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100" dirty="0">
                <a:cs typeface="Arial" panose="020B0604020202020204" pitchFamily="34" charset="0"/>
              </a:rPr>
              <a:t>Second T/F: tail similarity	</a:t>
            </a:r>
            <a:endParaRPr kumimoji="1" lang="en-US" altLang="zh-CN" sz="2100" dirty="0">
              <a:cs typeface="Arial" panose="020B0604020202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47984" y="898960"/>
            <a:ext cx="11436762" cy="598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500" b="1" dirty="0">
                <a:cs typeface="Arial" panose="020B0604020202020204" pitchFamily="34" charset="0"/>
              </a:rPr>
              <a:t>How robust are the sememe knowledge representations?</a:t>
            </a:r>
            <a:endParaRPr kumimoji="1" lang="en-US" altLang="zh-CN" sz="2500" b="1" dirty="0">
              <a:cs typeface="Arial" panose="020B0604020202020204" pitchFamily="34" charset="0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24157"/>
            <a:ext cx="5749045" cy="2696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Summary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247984" y="898960"/>
            <a:ext cx="11436762" cy="485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 b="1" dirty="0">
                <a:ea typeface="微软雅黑" panose="020B0503020204020204" pitchFamily="34" charset="-122"/>
                <a:cs typeface="Times New Roman" panose="02020603050405020304" pitchFamily="18" charset="0"/>
              </a:rPr>
              <a:t>Contributions</a:t>
            </a:r>
            <a:endParaRPr lang="en-US" altLang="zh-CN" sz="2500" b="1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ea typeface="微软雅黑" panose="020B0503020204020204" pitchFamily="34" charset="-122"/>
                <a:cs typeface="Times New Roman" panose="02020603050405020304" pitchFamily="18" charset="0"/>
              </a:rPr>
              <a:t>Datasets for SP and LP</a:t>
            </a:r>
            <a:endParaRPr lang="en-US" altLang="zh-CN" sz="23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ea typeface="微软雅黑" panose="020B0503020204020204" pitchFamily="34" charset="-122"/>
                <a:cs typeface="Times New Roman" panose="02020603050405020304" pitchFamily="18" charset="0"/>
              </a:rPr>
              <a:t>SOTA method</a:t>
            </a:r>
            <a:endParaRPr lang="en-US" altLang="zh-CN" sz="23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ea typeface="微软雅黑" panose="020B0503020204020204" pitchFamily="34" charset="-122"/>
                <a:cs typeface="Times New Roman" panose="02020603050405020304" pitchFamily="18" charset="0"/>
              </a:rPr>
              <a:t>Make clear how sememic components can benefit LP</a:t>
            </a:r>
            <a:endParaRPr lang="en-US" altLang="zh-CN" sz="2300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300" dirty="0">
                <a:cs typeface="Arial" panose="020B0604020202020204" pitchFamily="34" charset="0"/>
              </a:rPr>
              <a:t>Leverage sememe information in annotation-scarce scenarios</a:t>
            </a:r>
            <a:endParaRPr kumimoji="1" lang="en-US" altLang="zh-CN" sz="2300" dirty="0"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b="1" i="0" dirty="0">
                <a:solidFill>
                  <a:srgbClr val="000000"/>
                </a:solidFill>
                <a:effectLst/>
              </a:rPr>
              <a:t>Future Work</a:t>
            </a:r>
            <a:endParaRPr lang="en-US" altLang="zh-CN" sz="2300" b="1" i="0" dirty="0">
              <a:solidFill>
                <a:srgbClr val="000000"/>
              </a:solidFill>
              <a:effectLst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dirty="0">
                <a:solidFill>
                  <a:srgbClr val="000000"/>
                </a:solidFill>
              </a:rPr>
              <a:t>M</a:t>
            </a:r>
            <a:r>
              <a:rPr lang="en-US" altLang="zh-CN" sz="2300" i="0" dirty="0">
                <a:solidFill>
                  <a:srgbClr val="000000"/>
                </a:solidFill>
                <a:effectLst/>
              </a:rPr>
              <a:t>ore effective approaches to leveraging sememe information </a:t>
            </a:r>
            <a:endParaRPr lang="en-US" altLang="zh-CN" sz="2300" i="0" dirty="0">
              <a:solidFill>
                <a:srgbClr val="000000"/>
              </a:solidFill>
              <a:effectLst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300" i="0" dirty="0">
                <a:solidFill>
                  <a:srgbClr val="000000"/>
                </a:solidFill>
                <a:effectLst/>
              </a:rPr>
              <a:t>Investigate the benefits of sememe for more </a:t>
            </a:r>
            <a:r>
              <a:rPr lang="en-US" altLang="zh-CN" sz="2300" i="0" dirty="0" err="1">
                <a:solidFill>
                  <a:srgbClr val="000000"/>
                </a:solidFill>
                <a:effectLst/>
              </a:rPr>
              <a:t>lexico</a:t>
            </a:r>
            <a:r>
              <a:rPr lang="en-US" altLang="zh-CN" sz="2300" i="0" dirty="0">
                <a:solidFill>
                  <a:srgbClr val="000000"/>
                </a:solidFill>
                <a:effectLst/>
              </a:rPr>
              <a:t>-semantic tasks</a:t>
            </a:r>
            <a:endParaRPr lang="en-US" altLang="zh-CN" sz="2300" i="0" dirty="0">
              <a:solidFill>
                <a:srgbClr val="000000"/>
              </a:solidFill>
              <a:effectLst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23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1327" y="2106"/>
            <a:ext cx="6003477" cy="650893"/>
          </a:xfrm>
          <a:custGeom>
            <a:avLst/>
            <a:gdLst>
              <a:gd name="connsiteX0" fmla="*/ 4301946 w 4509878"/>
              <a:gd name="connsiteY0" fmla="*/ 0 h 372381"/>
              <a:gd name="connsiteX1" fmla="*/ 4509878 w 4509878"/>
              <a:gd name="connsiteY1" fmla="*/ 0 h 372381"/>
              <a:gd name="connsiteX2" fmla="*/ 4041772 w 4509878"/>
              <a:gd name="connsiteY2" fmla="*/ 370115 h 372381"/>
              <a:gd name="connsiteX3" fmla="*/ 4041772 w 4509878"/>
              <a:gd name="connsiteY3" fmla="*/ 372381 h 372381"/>
              <a:gd name="connsiteX4" fmla="*/ 3842094 w 4509878"/>
              <a:gd name="connsiteY4" fmla="*/ 372381 h 372381"/>
              <a:gd name="connsiteX5" fmla="*/ 3567948 w 4509878"/>
              <a:gd name="connsiteY5" fmla="*/ 0 h 372381"/>
              <a:gd name="connsiteX6" fmla="*/ 4187537 w 4509878"/>
              <a:gd name="connsiteY6" fmla="*/ 0 h 372381"/>
              <a:gd name="connsiteX7" fmla="*/ 3727685 w 4509878"/>
              <a:gd name="connsiteY7" fmla="*/ 372381 h 372381"/>
              <a:gd name="connsiteX8" fmla="*/ 0 w 4509878"/>
              <a:gd name="connsiteY8" fmla="*/ 372381 h 372381"/>
              <a:gd name="connsiteX9" fmla="*/ 0 w 4509878"/>
              <a:gd name="connsiteY9" fmla="*/ 7 h 372381"/>
              <a:gd name="connsiteX10" fmla="*/ 3567957 w 4509878"/>
              <a:gd name="connsiteY10" fmla="*/ 7 h 37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09878" h="372381">
                <a:moveTo>
                  <a:pt x="4301946" y="0"/>
                </a:moveTo>
                <a:lnTo>
                  <a:pt x="4509878" y="0"/>
                </a:lnTo>
                <a:lnTo>
                  <a:pt x="4041772" y="370115"/>
                </a:lnTo>
                <a:lnTo>
                  <a:pt x="4041772" y="372381"/>
                </a:lnTo>
                <a:lnTo>
                  <a:pt x="3842094" y="372381"/>
                </a:lnTo>
                <a:close/>
                <a:moveTo>
                  <a:pt x="3567948" y="0"/>
                </a:moveTo>
                <a:lnTo>
                  <a:pt x="4187537" y="0"/>
                </a:lnTo>
                <a:lnTo>
                  <a:pt x="3727685" y="372381"/>
                </a:lnTo>
                <a:lnTo>
                  <a:pt x="0" y="372381"/>
                </a:lnTo>
                <a:lnTo>
                  <a:pt x="0" y="7"/>
                </a:lnTo>
                <a:lnTo>
                  <a:pt x="3567957" y="7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190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139680" y="54676"/>
            <a:ext cx="1804336" cy="519799"/>
            <a:chOff x="9556201" y="498129"/>
            <a:chExt cx="1993881" cy="586680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10239376" y="968937"/>
              <a:ext cx="1307697" cy="96254"/>
              <a:chOff x="4616246" y="3878362"/>
              <a:chExt cx="5571416" cy="410087"/>
            </a:xfrm>
            <a:solidFill>
              <a:srgbClr val="000000">
                <a:alpha val="80000"/>
              </a:srgbClr>
            </a:solidFill>
          </p:grpSpPr>
          <p:sp>
            <p:nvSpPr>
              <p:cNvPr id="42" name="Freeform 17"/>
              <p:cNvSpPr>
                <a:spLocks noEditPoints="1"/>
              </p:cNvSpPr>
              <p:nvPr/>
            </p:nvSpPr>
            <p:spPr bwMode="auto">
              <a:xfrm>
                <a:off x="8617798" y="3887973"/>
                <a:ext cx="362030" cy="387660"/>
              </a:xfrm>
              <a:custGeom>
                <a:avLst/>
                <a:gdLst>
                  <a:gd name="T0" fmla="*/ 34 w 127"/>
                  <a:gd name="T1" fmla="*/ 71 h 136"/>
                  <a:gd name="T2" fmla="*/ 34 w 127"/>
                  <a:gd name="T3" fmla="*/ 81 h 136"/>
                  <a:gd name="T4" fmla="*/ 34 w 127"/>
                  <a:gd name="T5" fmla="*/ 114 h 136"/>
                  <a:gd name="T6" fmla="*/ 35 w 127"/>
                  <a:gd name="T7" fmla="*/ 122 h 136"/>
                  <a:gd name="T8" fmla="*/ 40 w 127"/>
                  <a:gd name="T9" fmla="*/ 127 h 136"/>
                  <a:gd name="T10" fmla="*/ 49 w 127"/>
                  <a:gd name="T11" fmla="*/ 128 h 136"/>
                  <a:gd name="T12" fmla="*/ 49 w 127"/>
                  <a:gd name="T13" fmla="*/ 135 h 136"/>
                  <a:gd name="T14" fmla="*/ 1 w 127"/>
                  <a:gd name="T15" fmla="*/ 135 h 136"/>
                  <a:gd name="T16" fmla="*/ 0 w 127"/>
                  <a:gd name="T17" fmla="*/ 132 h 136"/>
                  <a:gd name="T18" fmla="*/ 0 w 127"/>
                  <a:gd name="T19" fmla="*/ 128 h 136"/>
                  <a:gd name="T20" fmla="*/ 9 w 127"/>
                  <a:gd name="T21" fmla="*/ 127 h 136"/>
                  <a:gd name="T22" fmla="*/ 16 w 127"/>
                  <a:gd name="T23" fmla="*/ 120 h 136"/>
                  <a:gd name="T24" fmla="*/ 17 w 127"/>
                  <a:gd name="T25" fmla="*/ 111 h 136"/>
                  <a:gd name="T26" fmla="*/ 17 w 127"/>
                  <a:gd name="T27" fmla="*/ 22 h 136"/>
                  <a:gd name="T28" fmla="*/ 16 w 127"/>
                  <a:gd name="T29" fmla="*/ 15 h 136"/>
                  <a:gd name="T30" fmla="*/ 9 w 127"/>
                  <a:gd name="T31" fmla="*/ 9 h 136"/>
                  <a:gd name="T32" fmla="*/ 0 w 127"/>
                  <a:gd name="T33" fmla="*/ 8 h 136"/>
                  <a:gd name="T34" fmla="*/ 0 w 127"/>
                  <a:gd name="T35" fmla="*/ 1 h 136"/>
                  <a:gd name="T36" fmla="*/ 4 w 127"/>
                  <a:gd name="T37" fmla="*/ 0 h 136"/>
                  <a:gd name="T38" fmla="*/ 71 w 127"/>
                  <a:gd name="T39" fmla="*/ 0 h 136"/>
                  <a:gd name="T40" fmla="*/ 94 w 127"/>
                  <a:gd name="T41" fmla="*/ 4 h 136"/>
                  <a:gd name="T42" fmla="*/ 116 w 127"/>
                  <a:gd name="T43" fmla="*/ 32 h 136"/>
                  <a:gd name="T44" fmla="*/ 97 w 127"/>
                  <a:gd name="T45" fmla="*/ 66 h 136"/>
                  <a:gd name="T46" fmla="*/ 80 w 127"/>
                  <a:gd name="T47" fmla="*/ 70 h 136"/>
                  <a:gd name="T48" fmla="*/ 71 w 127"/>
                  <a:gd name="T49" fmla="*/ 71 h 136"/>
                  <a:gd name="T50" fmla="*/ 73 w 127"/>
                  <a:gd name="T51" fmla="*/ 75 h 136"/>
                  <a:gd name="T52" fmla="*/ 104 w 127"/>
                  <a:gd name="T53" fmla="*/ 114 h 136"/>
                  <a:gd name="T54" fmla="*/ 105 w 127"/>
                  <a:gd name="T55" fmla="*/ 116 h 136"/>
                  <a:gd name="T56" fmla="*/ 127 w 127"/>
                  <a:gd name="T57" fmla="*/ 128 h 136"/>
                  <a:gd name="T58" fmla="*/ 127 w 127"/>
                  <a:gd name="T59" fmla="*/ 135 h 136"/>
                  <a:gd name="T60" fmla="*/ 116 w 127"/>
                  <a:gd name="T61" fmla="*/ 135 h 136"/>
                  <a:gd name="T62" fmla="*/ 102 w 127"/>
                  <a:gd name="T63" fmla="*/ 136 h 136"/>
                  <a:gd name="T64" fmla="*/ 96 w 127"/>
                  <a:gd name="T65" fmla="*/ 132 h 136"/>
                  <a:gd name="T66" fmla="*/ 59 w 127"/>
                  <a:gd name="T67" fmla="*/ 82 h 136"/>
                  <a:gd name="T68" fmla="*/ 52 w 127"/>
                  <a:gd name="T69" fmla="*/ 73 h 136"/>
                  <a:gd name="T70" fmla="*/ 49 w 127"/>
                  <a:gd name="T71" fmla="*/ 71 h 136"/>
                  <a:gd name="T72" fmla="*/ 34 w 127"/>
                  <a:gd name="T73" fmla="*/ 71 h 136"/>
                  <a:gd name="T74" fmla="*/ 34 w 127"/>
                  <a:gd name="T75" fmla="*/ 61 h 136"/>
                  <a:gd name="T76" fmla="*/ 36 w 127"/>
                  <a:gd name="T77" fmla="*/ 62 h 136"/>
                  <a:gd name="T78" fmla="*/ 66 w 127"/>
                  <a:gd name="T79" fmla="*/ 62 h 136"/>
                  <a:gd name="T80" fmla="*/ 82 w 127"/>
                  <a:gd name="T81" fmla="*/ 59 h 136"/>
                  <a:gd name="T82" fmla="*/ 96 w 127"/>
                  <a:gd name="T83" fmla="*/ 44 h 136"/>
                  <a:gd name="T84" fmla="*/ 96 w 127"/>
                  <a:gd name="T85" fmla="*/ 29 h 136"/>
                  <a:gd name="T86" fmla="*/ 81 w 127"/>
                  <a:gd name="T87" fmla="*/ 12 h 136"/>
                  <a:gd name="T88" fmla="*/ 70 w 127"/>
                  <a:gd name="T89" fmla="*/ 11 h 136"/>
                  <a:gd name="T90" fmla="*/ 37 w 127"/>
                  <a:gd name="T91" fmla="*/ 11 h 136"/>
                  <a:gd name="T92" fmla="*/ 34 w 127"/>
                  <a:gd name="T93" fmla="*/ 11 h 136"/>
                  <a:gd name="T94" fmla="*/ 34 w 127"/>
                  <a:gd name="T95" fmla="*/ 61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7" h="136">
                    <a:moveTo>
                      <a:pt x="34" y="71"/>
                    </a:moveTo>
                    <a:cubicBezTo>
                      <a:pt x="34" y="75"/>
                      <a:pt x="34" y="78"/>
                      <a:pt x="34" y="81"/>
                    </a:cubicBezTo>
                    <a:cubicBezTo>
                      <a:pt x="34" y="92"/>
                      <a:pt x="34" y="103"/>
                      <a:pt x="34" y="114"/>
                    </a:cubicBezTo>
                    <a:cubicBezTo>
                      <a:pt x="34" y="117"/>
                      <a:pt x="34" y="119"/>
                      <a:pt x="35" y="122"/>
                    </a:cubicBezTo>
                    <a:cubicBezTo>
                      <a:pt x="35" y="125"/>
                      <a:pt x="37" y="127"/>
                      <a:pt x="40" y="127"/>
                    </a:cubicBezTo>
                    <a:cubicBezTo>
                      <a:pt x="43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1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0"/>
                      <a:pt x="0" y="128"/>
                    </a:cubicBezTo>
                    <a:cubicBezTo>
                      <a:pt x="3" y="128"/>
                      <a:pt x="6" y="128"/>
                      <a:pt x="9" y="127"/>
                    </a:cubicBezTo>
                    <a:cubicBezTo>
                      <a:pt x="14" y="126"/>
                      <a:pt x="15" y="125"/>
                      <a:pt x="16" y="120"/>
                    </a:cubicBezTo>
                    <a:cubicBezTo>
                      <a:pt x="16" y="117"/>
                      <a:pt x="17" y="114"/>
                      <a:pt x="17" y="111"/>
                    </a:cubicBezTo>
                    <a:cubicBezTo>
                      <a:pt x="17" y="81"/>
                      <a:pt x="17" y="52"/>
                      <a:pt x="17" y="22"/>
                    </a:cubicBezTo>
                    <a:cubicBezTo>
                      <a:pt x="17" y="20"/>
                      <a:pt x="16" y="17"/>
                      <a:pt x="16" y="15"/>
                    </a:cubicBezTo>
                    <a:cubicBezTo>
                      <a:pt x="15" y="11"/>
                      <a:pt x="13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6" y="0"/>
                      <a:pt x="49" y="0"/>
                      <a:pt x="71" y="0"/>
                    </a:cubicBezTo>
                    <a:cubicBezTo>
                      <a:pt x="79" y="0"/>
                      <a:pt x="86" y="1"/>
                      <a:pt x="94" y="4"/>
                    </a:cubicBezTo>
                    <a:cubicBezTo>
                      <a:pt x="108" y="9"/>
                      <a:pt x="115" y="18"/>
                      <a:pt x="116" y="32"/>
                    </a:cubicBezTo>
                    <a:cubicBezTo>
                      <a:pt x="117" y="48"/>
                      <a:pt x="110" y="60"/>
                      <a:pt x="97" y="66"/>
                    </a:cubicBezTo>
                    <a:cubicBezTo>
                      <a:pt x="91" y="68"/>
                      <a:pt x="86" y="70"/>
                      <a:pt x="80" y="70"/>
                    </a:cubicBezTo>
                    <a:cubicBezTo>
                      <a:pt x="77" y="70"/>
                      <a:pt x="74" y="71"/>
                      <a:pt x="71" y="71"/>
                    </a:cubicBezTo>
                    <a:cubicBezTo>
                      <a:pt x="72" y="73"/>
                      <a:pt x="73" y="74"/>
                      <a:pt x="73" y="75"/>
                    </a:cubicBezTo>
                    <a:cubicBezTo>
                      <a:pt x="84" y="88"/>
                      <a:pt x="94" y="101"/>
                      <a:pt x="104" y="114"/>
                    </a:cubicBezTo>
                    <a:cubicBezTo>
                      <a:pt x="105" y="115"/>
                      <a:pt x="105" y="115"/>
                      <a:pt x="105" y="116"/>
                    </a:cubicBezTo>
                    <a:cubicBezTo>
                      <a:pt x="111" y="122"/>
                      <a:pt x="117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24" y="135"/>
                      <a:pt x="120" y="135"/>
                      <a:pt x="116" y="135"/>
                    </a:cubicBezTo>
                    <a:cubicBezTo>
                      <a:pt x="111" y="135"/>
                      <a:pt x="107" y="135"/>
                      <a:pt x="102" y="136"/>
                    </a:cubicBezTo>
                    <a:cubicBezTo>
                      <a:pt x="99" y="136"/>
                      <a:pt x="97" y="134"/>
                      <a:pt x="96" y="132"/>
                    </a:cubicBezTo>
                    <a:cubicBezTo>
                      <a:pt x="83" y="115"/>
                      <a:pt x="71" y="99"/>
                      <a:pt x="59" y="82"/>
                    </a:cubicBezTo>
                    <a:cubicBezTo>
                      <a:pt x="57" y="79"/>
                      <a:pt x="54" y="76"/>
                      <a:pt x="52" y="73"/>
                    </a:cubicBezTo>
                    <a:cubicBezTo>
                      <a:pt x="51" y="72"/>
                      <a:pt x="50" y="71"/>
                      <a:pt x="49" y="71"/>
                    </a:cubicBezTo>
                    <a:cubicBezTo>
                      <a:pt x="44" y="71"/>
                      <a:pt x="39" y="71"/>
                      <a:pt x="34" y="71"/>
                    </a:cubicBezTo>
                    <a:close/>
                    <a:moveTo>
                      <a:pt x="34" y="61"/>
                    </a:moveTo>
                    <a:cubicBezTo>
                      <a:pt x="35" y="62"/>
                      <a:pt x="36" y="62"/>
                      <a:pt x="36" y="62"/>
                    </a:cubicBezTo>
                    <a:cubicBezTo>
                      <a:pt x="46" y="62"/>
                      <a:pt x="56" y="62"/>
                      <a:pt x="66" y="62"/>
                    </a:cubicBezTo>
                    <a:cubicBezTo>
                      <a:pt x="72" y="61"/>
                      <a:pt x="77" y="60"/>
                      <a:pt x="82" y="59"/>
                    </a:cubicBezTo>
                    <a:cubicBezTo>
                      <a:pt x="90" y="56"/>
                      <a:pt x="94" y="51"/>
                      <a:pt x="96" y="44"/>
                    </a:cubicBezTo>
                    <a:cubicBezTo>
                      <a:pt x="96" y="39"/>
                      <a:pt x="97" y="34"/>
                      <a:pt x="96" y="29"/>
                    </a:cubicBezTo>
                    <a:cubicBezTo>
                      <a:pt x="95" y="20"/>
                      <a:pt x="90" y="15"/>
                      <a:pt x="81" y="12"/>
                    </a:cubicBezTo>
                    <a:cubicBezTo>
                      <a:pt x="77" y="11"/>
                      <a:pt x="74" y="11"/>
                      <a:pt x="70" y="11"/>
                    </a:cubicBezTo>
                    <a:cubicBezTo>
                      <a:pt x="59" y="10"/>
                      <a:pt x="48" y="11"/>
                      <a:pt x="37" y="11"/>
                    </a:cubicBezTo>
                    <a:cubicBezTo>
                      <a:pt x="36" y="11"/>
                      <a:pt x="35" y="11"/>
                      <a:pt x="34" y="11"/>
                    </a:cubicBezTo>
                    <a:cubicBezTo>
                      <a:pt x="34" y="28"/>
                      <a:pt x="34" y="44"/>
                      <a:pt x="34" y="6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18"/>
              <p:cNvSpPr/>
              <p:nvPr/>
            </p:nvSpPr>
            <p:spPr bwMode="auto">
              <a:xfrm>
                <a:off x="5333898" y="3887973"/>
                <a:ext cx="362030" cy="384457"/>
              </a:xfrm>
              <a:custGeom>
                <a:avLst/>
                <a:gdLst>
                  <a:gd name="T0" fmla="*/ 50 w 127"/>
                  <a:gd name="T1" fmla="*/ 70 h 135"/>
                  <a:gd name="T2" fmla="*/ 34 w 127"/>
                  <a:gd name="T3" fmla="*/ 87 h 135"/>
                  <a:gd name="T4" fmla="*/ 33 w 127"/>
                  <a:gd name="T5" fmla="*/ 90 h 135"/>
                  <a:gd name="T6" fmla="*/ 33 w 127"/>
                  <a:gd name="T7" fmla="*/ 116 h 135"/>
                  <a:gd name="T8" fmla="*/ 34 w 127"/>
                  <a:gd name="T9" fmla="*/ 120 h 135"/>
                  <a:gd name="T10" fmla="*/ 41 w 127"/>
                  <a:gd name="T11" fmla="*/ 127 h 135"/>
                  <a:gd name="T12" fmla="*/ 49 w 127"/>
                  <a:gd name="T13" fmla="*/ 128 h 135"/>
                  <a:gd name="T14" fmla="*/ 49 w 127"/>
                  <a:gd name="T15" fmla="*/ 135 h 135"/>
                  <a:gd name="T16" fmla="*/ 0 w 127"/>
                  <a:gd name="T17" fmla="*/ 135 h 135"/>
                  <a:gd name="T18" fmla="*/ 0 w 127"/>
                  <a:gd name="T19" fmla="*/ 128 h 135"/>
                  <a:gd name="T20" fmla="*/ 7 w 127"/>
                  <a:gd name="T21" fmla="*/ 128 h 135"/>
                  <a:gd name="T22" fmla="*/ 16 w 127"/>
                  <a:gd name="T23" fmla="*/ 118 h 135"/>
                  <a:gd name="T24" fmla="*/ 16 w 127"/>
                  <a:gd name="T25" fmla="*/ 111 h 135"/>
                  <a:gd name="T26" fmla="*/ 16 w 127"/>
                  <a:gd name="T27" fmla="*/ 24 h 135"/>
                  <a:gd name="T28" fmla="*/ 16 w 127"/>
                  <a:gd name="T29" fmla="*/ 16 h 135"/>
                  <a:gd name="T30" fmla="*/ 8 w 127"/>
                  <a:gd name="T31" fmla="*/ 9 h 135"/>
                  <a:gd name="T32" fmla="*/ 0 w 127"/>
                  <a:gd name="T33" fmla="*/ 8 h 135"/>
                  <a:gd name="T34" fmla="*/ 0 w 127"/>
                  <a:gd name="T35" fmla="*/ 1 h 135"/>
                  <a:gd name="T36" fmla="*/ 49 w 127"/>
                  <a:gd name="T37" fmla="*/ 1 h 135"/>
                  <a:gd name="T38" fmla="*/ 50 w 127"/>
                  <a:gd name="T39" fmla="*/ 8 h 135"/>
                  <a:gd name="T40" fmla="*/ 41 w 127"/>
                  <a:gd name="T41" fmla="*/ 9 h 135"/>
                  <a:gd name="T42" fmla="*/ 34 w 127"/>
                  <a:gd name="T43" fmla="*/ 16 h 135"/>
                  <a:gd name="T44" fmla="*/ 33 w 127"/>
                  <a:gd name="T45" fmla="*/ 23 h 135"/>
                  <a:gd name="T46" fmla="*/ 33 w 127"/>
                  <a:gd name="T47" fmla="*/ 70 h 135"/>
                  <a:gd name="T48" fmla="*/ 33 w 127"/>
                  <a:gd name="T49" fmla="*/ 73 h 135"/>
                  <a:gd name="T50" fmla="*/ 36 w 127"/>
                  <a:gd name="T51" fmla="*/ 71 h 135"/>
                  <a:gd name="T52" fmla="*/ 83 w 127"/>
                  <a:gd name="T53" fmla="*/ 19 h 135"/>
                  <a:gd name="T54" fmla="*/ 86 w 127"/>
                  <a:gd name="T55" fmla="*/ 14 h 135"/>
                  <a:gd name="T56" fmla="*/ 84 w 127"/>
                  <a:gd name="T57" fmla="*/ 9 h 135"/>
                  <a:gd name="T58" fmla="*/ 76 w 127"/>
                  <a:gd name="T59" fmla="*/ 8 h 135"/>
                  <a:gd name="T60" fmla="*/ 76 w 127"/>
                  <a:gd name="T61" fmla="*/ 1 h 135"/>
                  <a:gd name="T62" fmla="*/ 122 w 127"/>
                  <a:gd name="T63" fmla="*/ 1 h 135"/>
                  <a:gd name="T64" fmla="*/ 122 w 127"/>
                  <a:gd name="T65" fmla="*/ 8 h 135"/>
                  <a:gd name="T66" fmla="*/ 118 w 127"/>
                  <a:gd name="T67" fmla="*/ 8 h 135"/>
                  <a:gd name="T68" fmla="*/ 99 w 127"/>
                  <a:gd name="T69" fmla="*/ 18 h 135"/>
                  <a:gd name="T70" fmla="*/ 77 w 127"/>
                  <a:gd name="T71" fmla="*/ 41 h 135"/>
                  <a:gd name="T72" fmla="*/ 62 w 127"/>
                  <a:gd name="T73" fmla="*/ 57 h 135"/>
                  <a:gd name="T74" fmla="*/ 64 w 127"/>
                  <a:gd name="T75" fmla="*/ 61 h 135"/>
                  <a:gd name="T76" fmla="*/ 102 w 127"/>
                  <a:gd name="T77" fmla="*/ 113 h 135"/>
                  <a:gd name="T78" fmla="*/ 108 w 127"/>
                  <a:gd name="T79" fmla="*/ 120 h 135"/>
                  <a:gd name="T80" fmla="*/ 123 w 127"/>
                  <a:gd name="T81" fmla="*/ 127 h 135"/>
                  <a:gd name="T82" fmla="*/ 127 w 127"/>
                  <a:gd name="T83" fmla="*/ 128 h 135"/>
                  <a:gd name="T84" fmla="*/ 127 w 127"/>
                  <a:gd name="T85" fmla="*/ 135 h 135"/>
                  <a:gd name="T86" fmla="*/ 73 w 127"/>
                  <a:gd name="T87" fmla="*/ 135 h 135"/>
                  <a:gd name="T88" fmla="*/ 73 w 127"/>
                  <a:gd name="T89" fmla="*/ 128 h 135"/>
                  <a:gd name="T90" fmla="*/ 80 w 127"/>
                  <a:gd name="T91" fmla="*/ 127 h 135"/>
                  <a:gd name="T92" fmla="*/ 84 w 127"/>
                  <a:gd name="T93" fmla="*/ 120 h 135"/>
                  <a:gd name="T94" fmla="*/ 82 w 127"/>
                  <a:gd name="T95" fmla="*/ 115 h 135"/>
                  <a:gd name="T96" fmla="*/ 51 w 127"/>
                  <a:gd name="T97" fmla="*/ 72 h 135"/>
                  <a:gd name="T98" fmla="*/ 50 w 127"/>
                  <a:gd name="T99" fmla="*/ 7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7" h="135">
                    <a:moveTo>
                      <a:pt x="50" y="70"/>
                    </a:moveTo>
                    <a:cubicBezTo>
                      <a:pt x="44" y="76"/>
                      <a:pt x="39" y="81"/>
                      <a:pt x="34" y="87"/>
                    </a:cubicBezTo>
                    <a:cubicBezTo>
                      <a:pt x="33" y="88"/>
                      <a:pt x="33" y="89"/>
                      <a:pt x="33" y="90"/>
                    </a:cubicBezTo>
                    <a:cubicBezTo>
                      <a:pt x="33" y="99"/>
                      <a:pt x="33" y="107"/>
                      <a:pt x="33" y="116"/>
                    </a:cubicBezTo>
                    <a:cubicBezTo>
                      <a:pt x="33" y="117"/>
                      <a:pt x="33" y="118"/>
                      <a:pt x="34" y="120"/>
                    </a:cubicBezTo>
                    <a:cubicBezTo>
                      <a:pt x="35" y="125"/>
                      <a:pt x="36" y="126"/>
                      <a:pt x="41" y="127"/>
                    </a:cubicBezTo>
                    <a:cubicBezTo>
                      <a:pt x="44" y="127"/>
                      <a:pt x="46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7" y="128"/>
                    </a:cubicBezTo>
                    <a:cubicBezTo>
                      <a:pt x="14" y="127"/>
                      <a:pt x="16" y="125"/>
                      <a:pt x="16" y="118"/>
                    </a:cubicBezTo>
                    <a:cubicBezTo>
                      <a:pt x="16" y="115"/>
                      <a:pt x="16" y="113"/>
                      <a:pt x="16" y="111"/>
                    </a:cubicBezTo>
                    <a:cubicBezTo>
                      <a:pt x="16" y="82"/>
                      <a:pt x="16" y="53"/>
                      <a:pt x="16" y="24"/>
                    </a:cubicBezTo>
                    <a:cubicBezTo>
                      <a:pt x="16" y="21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5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4" y="0"/>
                      <a:pt x="40" y="0"/>
                      <a:pt x="49" y="1"/>
                    </a:cubicBezTo>
                    <a:cubicBezTo>
                      <a:pt x="49" y="3"/>
                      <a:pt x="50" y="5"/>
                      <a:pt x="50" y="8"/>
                    </a:cubicBezTo>
                    <a:cubicBezTo>
                      <a:pt x="47" y="8"/>
                      <a:pt x="44" y="8"/>
                      <a:pt x="41" y="9"/>
                    </a:cubicBezTo>
                    <a:cubicBezTo>
                      <a:pt x="37" y="9"/>
                      <a:pt x="34" y="11"/>
                      <a:pt x="34" y="16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39"/>
                      <a:pt x="33" y="54"/>
                      <a:pt x="33" y="70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5" y="72"/>
                      <a:pt x="36" y="72"/>
                      <a:pt x="36" y="71"/>
                    </a:cubicBezTo>
                    <a:cubicBezTo>
                      <a:pt x="52" y="54"/>
                      <a:pt x="67" y="37"/>
                      <a:pt x="83" y="19"/>
                    </a:cubicBezTo>
                    <a:cubicBezTo>
                      <a:pt x="84" y="18"/>
                      <a:pt x="85" y="16"/>
                      <a:pt x="86" y="14"/>
                    </a:cubicBezTo>
                    <a:cubicBezTo>
                      <a:pt x="88" y="12"/>
                      <a:pt x="87" y="10"/>
                      <a:pt x="84" y="9"/>
                    </a:cubicBezTo>
                    <a:cubicBezTo>
                      <a:pt x="81" y="8"/>
                      <a:pt x="79" y="8"/>
                      <a:pt x="76" y="8"/>
                    </a:cubicBezTo>
                    <a:cubicBezTo>
                      <a:pt x="76" y="5"/>
                      <a:pt x="76" y="3"/>
                      <a:pt x="76" y="1"/>
                    </a:cubicBezTo>
                    <a:cubicBezTo>
                      <a:pt x="79" y="0"/>
                      <a:pt x="114" y="0"/>
                      <a:pt x="122" y="1"/>
                    </a:cubicBezTo>
                    <a:cubicBezTo>
                      <a:pt x="122" y="3"/>
                      <a:pt x="122" y="5"/>
                      <a:pt x="122" y="8"/>
                    </a:cubicBezTo>
                    <a:cubicBezTo>
                      <a:pt x="121" y="8"/>
                      <a:pt x="120" y="8"/>
                      <a:pt x="118" y="8"/>
                    </a:cubicBezTo>
                    <a:cubicBezTo>
                      <a:pt x="111" y="9"/>
                      <a:pt x="104" y="12"/>
                      <a:pt x="99" y="18"/>
                    </a:cubicBezTo>
                    <a:cubicBezTo>
                      <a:pt x="92" y="25"/>
                      <a:pt x="85" y="33"/>
                      <a:pt x="77" y="41"/>
                    </a:cubicBezTo>
                    <a:cubicBezTo>
                      <a:pt x="72" y="46"/>
                      <a:pt x="67" y="52"/>
                      <a:pt x="62" y="57"/>
                    </a:cubicBezTo>
                    <a:cubicBezTo>
                      <a:pt x="63" y="58"/>
                      <a:pt x="64" y="59"/>
                      <a:pt x="64" y="61"/>
                    </a:cubicBezTo>
                    <a:cubicBezTo>
                      <a:pt x="77" y="78"/>
                      <a:pt x="90" y="95"/>
                      <a:pt x="102" y="113"/>
                    </a:cubicBezTo>
                    <a:cubicBezTo>
                      <a:pt x="104" y="115"/>
                      <a:pt x="106" y="118"/>
                      <a:pt x="108" y="120"/>
                    </a:cubicBezTo>
                    <a:cubicBezTo>
                      <a:pt x="112" y="124"/>
                      <a:pt x="117" y="127"/>
                      <a:pt x="123" y="127"/>
                    </a:cubicBezTo>
                    <a:cubicBezTo>
                      <a:pt x="124" y="128"/>
                      <a:pt x="125" y="128"/>
                      <a:pt x="127" y="128"/>
                    </a:cubicBezTo>
                    <a:cubicBezTo>
                      <a:pt x="127" y="130"/>
                      <a:pt x="127" y="133"/>
                      <a:pt x="127" y="135"/>
                    </a:cubicBezTo>
                    <a:cubicBezTo>
                      <a:pt x="109" y="135"/>
                      <a:pt x="91" y="135"/>
                      <a:pt x="73" y="135"/>
                    </a:cubicBezTo>
                    <a:cubicBezTo>
                      <a:pt x="73" y="133"/>
                      <a:pt x="73" y="131"/>
                      <a:pt x="73" y="128"/>
                    </a:cubicBezTo>
                    <a:cubicBezTo>
                      <a:pt x="75" y="128"/>
                      <a:pt x="78" y="128"/>
                      <a:pt x="80" y="127"/>
                    </a:cubicBezTo>
                    <a:cubicBezTo>
                      <a:pt x="85" y="127"/>
                      <a:pt x="86" y="125"/>
                      <a:pt x="84" y="120"/>
                    </a:cubicBezTo>
                    <a:cubicBezTo>
                      <a:pt x="84" y="118"/>
                      <a:pt x="83" y="117"/>
                      <a:pt x="82" y="115"/>
                    </a:cubicBezTo>
                    <a:cubicBezTo>
                      <a:pt x="72" y="101"/>
                      <a:pt x="61" y="86"/>
                      <a:pt x="51" y="72"/>
                    </a:cubicBezTo>
                    <a:cubicBezTo>
                      <a:pt x="51" y="71"/>
                      <a:pt x="50" y="71"/>
                      <a:pt x="50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19"/>
              <p:cNvSpPr/>
              <p:nvPr/>
            </p:nvSpPr>
            <p:spPr bwMode="auto">
              <a:xfrm>
                <a:off x="7278607" y="3887973"/>
                <a:ext cx="358826" cy="384457"/>
              </a:xfrm>
              <a:custGeom>
                <a:avLst/>
                <a:gdLst>
                  <a:gd name="T0" fmla="*/ 28 w 126"/>
                  <a:gd name="T1" fmla="*/ 16 h 135"/>
                  <a:gd name="T2" fmla="*/ 28 w 126"/>
                  <a:gd name="T3" fmla="*/ 20 h 135"/>
                  <a:gd name="T4" fmla="*/ 28 w 126"/>
                  <a:gd name="T5" fmla="*/ 109 h 135"/>
                  <a:gd name="T6" fmla="*/ 28 w 126"/>
                  <a:gd name="T7" fmla="*/ 119 h 135"/>
                  <a:gd name="T8" fmla="*/ 37 w 126"/>
                  <a:gd name="T9" fmla="*/ 127 h 135"/>
                  <a:gd name="T10" fmla="*/ 44 w 126"/>
                  <a:gd name="T11" fmla="*/ 128 h 135"/>
                  <a:gd name="T12" fmla="*/ 44 w 126"/>
                  <a:gd name="T13" fmla="*/ 135 h 135"/>
                  <a:gd name="T14" fmla="*/ 0 w 126"/>
                  <a:gd name="T15" fmla="*/ 135 h 135"/>
                  <a:gd name="T16" fmla="*/ 0 w 126"/>
                  <a:gd name="T17" fmla="*/ 128 h 135"/>
                  <a:gd name="T18" fmla="*/ 8 w 126"/>
                  <a:gd name="T19" fmla="*/ 127 h 135"/>
                  <a:gd name="T20" fmla="*/ 16 w 126"/>
                  <a:gd name="T21" fmla="*/ 120 h 135"/>
                  <a:gd name="T22" fmla="*/ 16 w 126"/>
                  <a:gd name="T23" fmla="*/ 113 h 135"/>
                  <a:gd name="T24" fmla="*/ 16 w 126"/>
                  <a:gd name="T25" fmla="*/ 19 h 135"/>
                  <a:gd name="T26" fmla="*/ 16 w 126"/>
                  <a:gd name="T27" fmla="*/ 15 h 135"/>
                  <a:gd name="T28" fmla="*/ 9 w 126"/>
                  <a:gd name="T29" fmla="*/ 9 h 135"/>
                  <a:gd name="T30" fmla="*/ 5 w 126"/>
                  <a:gd name="T31" fmla="*/ 8 h 135"/>
                  <a:gd name="T32" fmla="*/ 1 w 126"/>
                  <a:gd name="T33" fmla="*/ 8 h 135"/>
                  <a:gd name="T34" fmla="*/ 1 w 126"/>
                  <a:gd name="T35" fmla="*/ 1 h 135"/>
                  <a:gd name="T36" fmla="*/ 40 w 126"/>
                  <a:gd name="T37" fmla="*/ 1 h 135"/>
                  <a:gd name="T38" fmla="*/ 98 w 126"/>
                  <a:gd name="T39" fmla="*/ 100 h 135"/>
                  <a:gd name="T40" fmla="*/ 99 w 126"/>
                  <a:gd name="T41" fmla="*/ 100 h 135"/>
                  <a:gd name="T42" fmla="*/ 99 w 126"/>
                  <a:gd name="T43" fmla="*/ 96 h 135"/>
                  <a:gd name="T44" fmla="*/ 99 w 126"/>
                  <a:gd name="T45" fmla="*/ 24 h 135"/>
                  <a:gd name="T46" fmla="*/ 98 w 126"/>
                  <a:gd name="T47" fmla="*/ 16 h 135"/>
                  <a:gd name="T48" fmla="*/ 90 w 126"/>
                  <a:gd name="T49" fmla="*/ 9 h 135"/>
                  <a:gd name="T50" fmla="*/ 83 w 126"/>
                  <a:gd name="T51" fmla="*/ 8 h 135"/>
                  <a:gd name="T52" fmla="*/ 83 w 126"/>
                  <a:gd name="T53" fmla="*/ 1 h 135"/>
                  <a:gd name="T54" fmla="*/ 126 w 126"/>
                  <a:gd name="T55" fmla="*/ 1 h 135"/>
                  <a:gd name="T56" fmla="*/ 126 w 126"/>
                  <a:gd name="T57" fmla="*/ 8 h 135"/>
                  <a:gd name="T58" fmla="*/ 119 w 126"/>
                  <a:gd name="T59" fmla="*/ 9 h 135"/>
                  <a:gd name="T60" fmla="*/ 111 w 126"/>
                  <a:gd name="T61" fmla="*/ 16 h 135"/>
                  <a:gd name="T62" fmla="*/ 110 w 126"/>
                  <a:gd name="T63" fmla="*/ 27 h 135"/>
                  <a:gd name="T64" fmla="*/ 110 w 126"/>
                  <a:gd name="T65" fmla="*/ 129 h 135"/>
                  <a:gd name="T66" fmla="*/ 110 w 126"/>
                  <a:gd name="T67" fmla="*/ 135 h 135"/>
                  <a:gd name="T68" fmla="*/ 99 w 126"/>
                  <a:gd name="T69" fmla="*/ 135 h 135"/>
                  <a:gd name="T70" fmla="*/ 29 w 126"/>
                  <a:gd name="T71" fmla="*/ 15 h 135"/>
                  <a:gd name="T72" fmla="*/ 28 w 126"/>
                  <a:gd name="T73" fmla="*/ 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6" h="135">
                    <a:moveTo>
                      <a:pt x="28" y="16"/>
                    </a:moveTo>
                    <a:cubicBezTo>
                      <a:pt x="28" y="17"/>
                      <a:pt x="28" y="19"/>
                      <a:pt x="28" y="20"/>
                    </a:cubicBezTo>
                    <a:cubicBezTo>
                      <a:pt x="28" y="50"/>
                      <a:pt x="28" y="79"/>
                      <a:pt x="28" y="109"/>
                    </a:cubicBezTo>
                    <a:cubicBezTo>
                      <a:pt x="28" y="112"/>
                      <a:pt x="28" y="115"/>
                      <a:pt x="28" y="119"/>
                    </a:cubicBezTo>
                    <a:cubicBezTo>
                      <a:pt x="29" y="124"/>
                      <a:pt x="31" y="126"/>
                      <a:pt x="37" y="127"/>
                    </a:cubicBezTo>
                    <a:cubicBezTo>
                      <a:pt x="39" y="127"/>
                      <a:pt x="41" y="128"/>
                      <a:pt x="44" y="128"/>
                    </a:cubicBezTo>
                    <a:cubicBezTo>
                      <a:pt x="44" y="130"/>
                      <a:pt x="44" y="133"/>
                      <a:pt x="44" y="135"/>
                    </a:cubicBezTo>
                    <a:cubicBezTo>
                      <a:pt x="29" y="135"/>
                      <a:pt x="15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5" y="127"/>
                      <a:pt x="8" y="127"/>
                    </a:cubicBezTo>
                    <a:cubicBezTo>
                      <a:pt x="12" y="127"/>
                      <a:pt x="15" y="124"/>
                      <a:pt x="16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0"/>
                      <a:pt x="16" y="19"/>
                    </a:cubicBezTo>
                    <a:cubicBezTo>
                      <a:pt x="16" y="18"/>
                      <a:pt x="16" y="17"/>
                      <a:pt x="16" y="15"/>
                    </a:cubicBezTo>
                    <a:cubicBezTo>
                      <a:pt x="16" y="11"/>
                      <a:pt x="14" y="9"/>
                      <a:pt x="9" y="9"/>
                    </a:cubicBezTo>
                    <a:cubicBezTo>
                      <a:pt x="8" y="8"/>
                      <a:pt x="7" y="8"/>
                      <a:pt x="5" y="8"/>
                    </a:cubicBezTo>
                    <a:cubicBezTo>
                      <a:pt x="4" y="8"/>
                      <a:pt x="2" y="8"/>
                      <a:pt x="1" y="8"/>
                    </a:cubicBezTo>
                    <a:cubicBezTo>
                      <a:pt x="1" y="5"/>
                      <a:pt x="1" y="3"/>
                      <a:pt x="1" y="1"/>
                    </a:cubicBezTo>
                    <a:cubicBezTo>
                      <a:pt x="14" y="1"/>
                      <a:pt x="27" y="1"/>
                      <a:pt x="40" y="1"/>
                    </a:cubicBezTo>
                    <a:cubicBezTo>
                      <a:pt x="59" y="34"/>
                      <a:pt x="79" y="67"/>
                      <a:pt x="98" y="100"/>
                    </a:cubicBezTo>
                    <a:cubicBezTo>
                      <a:pt x="98" y="100"/>
                      <a:pt x="99" y="100"/>
                      <a:pt x="99" y="100"/>
                    </a:cubicBezTo>
                    <a:cubicBezTo>
                      <a:pt x="99" y="99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1"/>
                      <a:pt x="99" y="19"/>
                      <a:pt x="98" y="16"/>
                    </a:cubicBezTo>
                    <a:cubicBezTo>
                      <a:pt x="97" y="12"/>
                      <a:pt x="94" y="9"/>
                      <a:pt x="90" y="9"/>
                    </a:cubicBezTo>
                    <a:cubicBezTo>
                      <a:pt x="88" y="8"/>
                      <a:pt x="86" y="8"/>
                      <a:pt x="83" y="8"/>
                    </a:cubicBezTo>
                    <a:cubicBezTo>
                      <a:pt x="83" y="5"/>
                      <a:pt x="83" y="3"/>
                      <a:pt x="83" y="1"/>
                    </a:cubicBezTo>
                    <a:cubicBezTo>
                      <a:pt x="87" y="0"/>
                      <a:pt x="115" y="0"/>
                      <a:pt x="126" y="1"/>
                    </a:cubicBezTo>
                    <a:cubicBezTo>
                      <a:pt x="126" y="3"/>
                      <a:pt x="126" y="5"/>
                      <a:pt x="126" y="8"/>
                    </a:cubicBezTo>
                    <a:cubicBezTo>
                      <a:pt x="124" y="8"/>
                      <a:pt x="122" y="8"/>
                      <a:pt x="119" y="9"/>
                    </a:cubicBezTo>
                    <a:cubicBezTo>
                      <a:pt x="115" y="9"/>
                      <a:pt x="112" y="12"/>
                      <a:pt x="111" y="16"/>
                    </a:cubicBezTo>
                    <a:cubicBezTo>
                      <a:pt x="111" y="20"/>
                      <a:pt x="110" y="23"/>
                      <a:pt x="110" y="27"/>
                    </a:cubicBezTo>
                    <a:cubicBezTo>
                      <a:pt x="110" y="61"/>
                      <a:pt x="110" y="95"/>
                      <a:pt x="110" y="129"/>
                    </a:cubicBezTo>
                    <a:cubicBezTo>
                      <a:pt x="110" y="131"/>
                      <a:pt x="110" y="133"/>
                      <a:pt x="110" y="135"/>
                    </a:cubicBezTo>
                    <a:cubicBezTo>
                      <a:pt x="106" y="135"/>
                      <a:pt x="103" y="135"/>
                      <a:pt x="99" y="135"/>
                    </a:cubicBezTo>
                    <a:cubicBezTo>
                      <a:pt x="76" y="95"/>
                      <a:pt x="52" y="55"/>
                      <a:pt x="29" y="15"/>
                    </a:cubicBezTo>
                    <a:cubicBezTo>
                      <a:pt x="28" y="15"/>
                      <a:pt x="28" y="15"/>
                      <a:pt x="28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 20"/>
              <p:cNvSpPr/>
              <p:nvPr/>
            </p:nvSpPr>
            <p:spPr bwMode="auto">
              <a:xfrm>
                <a:off x="8233341" y="3887973"/>
                <a:ext cx="352419" cy="384457"/>
              </a:xfrm>
              <a:custGeom>
                <a:avLst/>
                <a:gdLst>
                  <a:gd name="T0" fmla="*/ 0 w 124"/>
                  <a:gd name="T1" fmla="*/ 8 h 135"/>
                  <a:gd name="T2" fmla="*/ 0 w 124"/>
                  <a:gd name="T3" fmla="*/ 1 h 135"/>
                  <a:gd name="T4" fmla="*/ 105 w 124"/>
                  <a:gd name="T5" fmla="*/ 1 h 135"/>
                  <a:gd name="T6" fmla="*/ 117 w 124"/>
                  <a:gd name="T7" fmla="*/ 35 h 135"/>
                  <a:gd name="T8" fmla="*/ 110 w 124"/>
                  <a:gd name="T9" fmla="*/ 39 h 135"/>
                  <a:gd name="T10" fmla="*/ 107 w 124"/>
                  <a:gd name="T11" fmla="*/ 33 h 135"/>
                  <a:gd name="T12" fmla="*/ 78 w 124"/>
                  <a:gd name="T13" fmla="*/ 11 h 135"/>
                  <a:gd name="T14" fmla="*/ 34 w 124"/>
                  <a:gd name="T15" fmla="*/ 11 h 135"/>
                  <a:gd name="T16" fmla="*/ 34 w 124"/>
                  <a:gd name="T17" fmla="*/ 61 h 135"/>
                  <a:gd name="T18" fmla="*/ 55 w 124"/>
                  <a:gd name="T19" fmla="*/ 60 h 135"/>
                  <a:gd name="T20" fmla="*/ 69 w 124"/>
                  <a:gd name="T21" fmla="*/ 45 h 135"/>
                  <a:gd name="T22" fmla="*/ 70 w 124"/>
                  <a:gd name="T23" fmla="*/ 36 h 135"/>
                  <a:gd name="T24" fmla="*/ 78 w 124"/>
                  <a:gd name="T25" fmla="*/ 36 h 135"/>
                  <a:gd name="T26" fmla="*/ 78 w 124"/>
                  <a:gd name="T27" fmla="*/ 95 h 135"/>
                  <a:gd name="T28" fmla="*/ 74 w 124"/>
                  <a:gd name="T29" fmla="*/ 95 h 135"/>
                  <a:gd name="T30" fmla="*/ 70 w 124"/>
                  <a:gd name="T31" fmla="*/ 95 h 135"/>
                  <a:gd name="T32" fmla="*/ 70 w 124"/>
                  <a:gd name="T33" fmla="*/ 88 h 135"/>
                  <a:gd name="T34" fmla="*/ 68 w 124"/>
                  <a:gd name="T35" fmla="*/ 81 h 135"/>
                  <a:gd name="T36" fmla="*/ 58 w 124"/>
                  <a:gd name="T37" fmla="*/ 71 h 135"/>
                  <a:gd name="T38" fmla="*/ 34 w 124"/>
                  <a:gd name="T39" fmla="*/ 70 h 135"/>
                  <a:gd name="T40" fmla="*/ 33 w 124"/>
                  <a:gd name="T41" fmla="*/ 74 h 135"/>
                  <a:gd name="T42" fmla="*/ 33 w 124"/>
                  <a:gd name="T43" fmla="*/ 115 h 135"/>
                  <a:gd name="T44" fmla="*/ 43 w 124"/>
                  <a:gd name="T45" fmla="*/ 125 h 135"/>
                  <a:gd name="T46" fmla="*/ 69 w 124"/>
                  <a:gd name="T47" fmla="*/ 125 h 135"/>
                  <a:gd name="T48" fmla="*/ 112 w 124"/>
                  <a:gd name="T49" fmla="*/ 97 h 135"/>
                  <a:gd name="T50" fmla="*/ 115 w 124"/>
                  <a:gd name="T51" fmla="*/ 90 h 135"/>
                  <a:gd name="T52" fmla="*/ 124 w 124"/>
                  <a:gd name="T53" fmla="*/ 93 h 135"/>
                  <a:gd name="T54" fmla="*/ 109 w 124"/>
                  <a:gd name="T55" fmla="*/ 135 h 135"/>
                  <a:gd name="T56" fmla="*/ 0 w 124"/>
                  <a:gd name="T57" fmla="*/ 135 h 135"/>
                  <a:gd name="T58" fmla="*/ 0 w 124"/>
                  <a:gd name="T59" fmla="*/ 128 h 135"/>
                  <a:gd name="T60" fmla="*/ 8 w 124"/>
                  <a:gd name="T61" fmla="*/ 127 h 135"/>
                  <a:gd name="T62" fmla="*/ 15 w 124"/>
                  <a:gd name="T63" fmla="*/ 120 h 135"/>
                  <a:gd name="T64" fmla="*/ 16 w 124"/>
                  <a:gd name="T65" fmla="*/ 113 h 135"/>
                  <a:gd name="T66" fmla="*/ 16 w 124"/>
                  <a:gd name="T67" fmla="*/ 21 h 135"/>
                  <a:gd name="T68" fmla="*/ 16 w 124"/>
                  <a:gd name="T69" fmla="*/ 16 h 135"/>
                  <a:gd name="T70" fmla="*/ 8 w 124"/>
                  <a:gd name="T71" fmla="*/ 9 h 135"/>
                  <a:gd name="T72" fmla="*/ 4 w 124"/>
                  <a:gd name="T73" fmla="*/ 8 h 135"/>
                  <a:gd name="T74" fmla="*/ 0 w 124"/>
                  <a:gd name="T75" fmla="*/ 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35">
                    <a:moveTo>
                      <a:pt x="0" y="8"/>
                    </a:moveTo>
                    <a:cubicBezTo>
                      <a:pt x="0" y="5"/>
                      <a:pt x="0" y="3"/>
                      <a:pt x="0" y="1"/>
                    </a:cubicBezTo>
                    <a:cubicBezTo>
                      <a:pt x="3" y="0"/>
                      <a:pt x="98" y="0"/>
                      <a:pt x="105" y="1"/>
                    </a:cubicBezTo>
                    <a:cubicBezTo>
                      <a:pt x="109" y="12"/>
                      <a:pt x="113" y="24"/>
                      <a:pt x="117" y="35"/>
                    </a:cubicBezTo>
                    <a:cubicBezTo>
                      <a:pt x="115" y="37"/>
                      <a:pt x="112" y="38"/>
                      <a:pt x="110" y="39"/>
                    </a:cubicBezTo>
                    <a:cubicBezTo>
                      <a:pt x="109" y="36"/>
                      <a:pt x="108" y="35"/>
                      <a:pt x="107" y="33"/>
                    </a:cubicBezTo>
                    <a:cubicBezTo>
                      <a:pt x="101" y="20"/>
                      <a:pt x="92" y="13"/>
                      <a:pt x="78" y="11"/>
                    </a:cubicBezTo>
                    <a:cubicBezTo>
                      <a:pt x="63" y="10"/>
                      <a:pt x="48" y="11"/>
                      <a:pt x="34" y="11"/>
                    </a:cubicBezTo>
                    <a:cubicBezTo>
                      <a:pt x="33" y="15"/>
                      <a:pt x="33" y="55"/>
                      <a:pt x="34" y="61"/>
                    </a:cubicBezTo>
                    <a:cubicBezTo>
                      <a:pt x="41" y="61"/>
                      <a:pt x="48" y="61"/>
                      <a:pt x="55" y="60"/>
                    </a:cubicBezTo>
                    <a:cubicBezTo>
                      <a:pt x="64" y="59"/>
                      <a:pt x="68" y="54"/>
                      <a:pt x="69" y="45"/>
                    </a:cubicBezTo>
                    <a:cubicBezTo>
                      <a:pt x="70" y="42"/>
                      <a:pt x="70" y="39"/>
                      <a:pt x="70" y="36"/>
                    </a:cubicBezTo>
                    <a:cubicBezTo>
                      <a:pt x="73" y="36"/>
                      <a:pt x="75" y="36"/>
                      <a:pt x="78" y="36"/>
                    </a:cubicBezTo>
                    <a:cubicBezTo>
                      <a:pt x="78" y="56"/>
                      <a:pt x="78" y="75"/>
                      <a:pt x="78" y="95"/>
                    </a:cubicBezTo>
                    <a:cubicBezTo>
                      <a:pt x="77" y="95"/>
                      <a:pt x="76" y="95"/>
                      <a:pt x="74" y="95"/>
                    </a:cubicBezTo>
                    <a:cubicBezTo>
                      <a:pt x="73" y="95"/>
                      <a:pt x="72" y="95"/>
                      <a:pt x="70" y="95"/>
                    </a:cubicBezTo>
                    <a:cubicBezTo>
                      <a:pt x="70" y="93"/>
                      <a:pt x="70" y="90"/>
                      <a:pt x="70" y="88"/>
                    </a:cubicBezTo>
                    <a:cubicBezTo>
                      <a:pt x="69" y="86"/>
                      <a:pt x="69" y="83"/>
                      <a:pt x="68" y="81"/>
                    </a:cubicBezTo>
                    <a:cubicBezTo>
                      <a:pt x="67" y="75"/>
                      <a:pt x="64" y="72"/>
                      <a:pt x="58" y="71"/>
                    </a:cubicBezTo>
                    <a:cubicBezTo>
                      <a:pt x="50" y="69"/>
                      <a:pt x="42" y="70"/>
                      <a:pt x="34" y="70"/>
                    </a:cubicBezTo>
                    <a:cubicBezTo>
                      <a:pt x="33" y="72"/>
                      <a:pt x="33" y="73"/>
                      <a:pt x="33" y="74"/>
                    </a:cubicBezTo>
                    <a:cubicBezTo>
                      <a:pt x="33" y="88"/>
                      <a:pt x="33" y="102"/>
                      <a:pt x="33" y="115"/>
                    </a:cubicBezTo>
                    <a:cubicBezTo>
                      <a:pt x="33" y="124"/>
                      <a:pt x="34" y="125"/>
                      <a:pt x="43" y="125"/>
                    </a:cubicBezTo>
                    <a:cubicBezTo>
                      <a:pt x="52" y="125"/>
                      <a:pt x="60" y="125"/>
                      <a:pt x="69" y="125"/>
                    </a:cubicBezTo>
                    <a:cubicBezTo>
                      <a:pt x="89" y="125"/>
                      <a:pt x="104" y="115"/>
                      <a:pt x="112" y="97"/>
                    </a:cubicBezTo>
                    <a:cubicBezTo>
                      <a:pt x="113" y="95"/>
                      <a:pt x="114" y="93"/>
                      <a:pt x="115" y="90"/>
                    </a:cubicBezTo>
                    <a:cubicBezTo>
                      <a:pt x="118" y="91"/>
                      <a:pt x="121" y="92"/>
                      <a:pt x="124" y="93"/>
                    </a:cubicBezTo>
                    <a:cubicBezTo>
                      <a:pt x="119" y="108"/>
                      <a:pt x="114" y="121"/>
                      <a:pt x="109" y="135"/>
                    </a:cubicBezTo>
                    <a:cubicBezTo>
                      <a:pt x="73" y="135"/>
                      <a:pt x="37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3" y="128"/>
                      <a:pt x="6" y="128"/>
                      <a:pt x="8" y="127"/>
                    </a:cubicBezTo>
                    <a:cubicBezTo>
                      <a:pt x="13" y="126"/>
                      <a:pt x="15" y="125"/>
                      <a:pt x="15" y="120"/>
                    </a:cubicBezTo>
                    <a:cubicBezTo>
                      <a:pt x="16" y="118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20"/>
                      <a:pt x="16" y="18"/>
                      <a:pt x="16" y="16"/>
                    </a:cubicBezTo>
                    <a:cubicBezTo>
                      <a:pt x="15" y="11"/>
                      <a:pt x="13" y="9"/>
                      <a:pt x="8" y="9"/>
                    </a:cubicBezTo>
                    <a:cubicBezTo>
                      <a:pt x="7" y="9"/>
                      <a:pt x="6" y="8"/>
                      <a:pt x="4" y="8"/>
                    </a:cubicBezTo>
                    <a:cubicBezTo>
                      <a:pt x="3" y="8"/>
                      <a:pt x="2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Freeform 21"/>
              <p:cNvSpPr/>
              <p:nvPr/>
            </p:nvSpPr>
            <p:spPr bwMode="auto">
              <a:xfrm>
                <a:off x="4949441" y="3891177"/>
                <a:ext cx="352419" cy="381253"/>
              </a:xfrm>
              <a:custGeom>
                <a:avLst/>
                <a:gdLst>
                  <a:gd name="T0" fmla="*/ 33 w 123"/>
                  <a:gd name="T1" fmla="*/ 60 h 134"/>
                  <a:gd name="T2" fmla="*/ 55 w 123"/>
                  <a:gd name="T3" fmla="*/ 59 h 134"/>
                  <a:gd name="T4" fmla="*/ 68 w 123"/>
                  <a:gd name="T5" fmla="*/ 45 h 134"/>
                  <a:gd name="T6" fmla="*/ 70 w 123"/>
                  <a:gd name="T7" fmla="*/ 35 h 134"/>
                  <a:gd name="T8" fmla="*/ 77 w 123"/>
                  <a:gd name="T9" fmla="*/ 35 h 134"/>
                  <a:gd name="T10" fmla="*/ 77 w 123"/>
                  <a:gd name="T11" fmla="*/ 94 h 134"/>
                  <a:gd name="T12" fmla="*/ 75 w 123"/>
                  <a:gd name="T13" fmla="*/ 94 h 134"/>
                  <a:gd name="T14" fmla="*/ 70 w 123"/>
                  <a:gd name="T15" fmla="*/ 94 h 134"/>
                  <a:gd name="T16" fmla="*/ 69 w 123"/>
                  <a:gd name="T17" fmla="*/ 83 h 134"/>
                  <a:gd name="T18" fmla="*/ 54 w 123"/>
                  <a:gd name="T19" fmla="*/ 69 h 134"/>
                  <a:gd name="T20" fmla="*/ 33 w 123"/>
                  <a:gd name="T21" fmla="*/ 69 h 134"/>
                  <a:gd name="T22" fmla="*/ 33 w 123"/>
                  <a:gd name="T23" fmla="*/ 73 h 134"/>
                  <a:gd name="T24" fmla="*/ 33 w 123"/>
                  <a:gd name="T25" fmla="*/ 114 h 134"/>
                  <a:gd name="T26" fmla="*/ 43 w 123"/>
                  <a:gd name="T27" fmla="*/ 124 h 134"/>
                  <a:gd name="T28" fmla="*/ 68 w 123"/>
                  <a:gd name="T29" fmla="*/ 124 h 134"/>
                  <a:gd name="T30" fmla="*/ 112 w 123"/>
                  <a:gd name="T31" fmla="*/ 96 h 134"/>
                  <a:gd name="T32" fmla="*/ 115 w 123"/>
                  <a:gd name="T33" fmla="*/ 90 h 134"/>
                  <a:gd name="T34" fmla="*/ 115 w 123"/>
                  <a:gd name="T35" fmla="*/ 90 h 134"/>
                  <a:gd name="T36" fmla="*/ 123 w 123"/>
                  <a:gd name="T37" fmla="*/ 92 h 134"/>
                  <a:gd name="T38" fmla="*/ 109 w 123"/>
                  <a:gd name="T39" fmla="*/ 134 h 134"/>
                  <a:gd name="T40" fmla="*/ 0 w 123"/>
                  <a:gd name="T41" fmla="*/ 134 h 134"/>
                  <a:gd name="T42" fmla="*/ 0 w 123"/>
                  <a:gd name="T43" fmla="*/ 127 h 134"/>
                  <a:gd name="T44" fmla="*/ 8 w 123"/>
                  <a:gd name="T45" fmla="*/ 126 h 134"/>
                  <a:gd name="T46" fmla="*/ 15 w 123"/>
                  <a:gd name="T47" fmla="*/ 120 h 134"/>
                  <a:gd name="T48" fmla="*/ 16 w 123"/>
                  <a:gd name="T49" fmla="*/ 113 h 134"/>
                  <a:gd name="T50" fmla="*/ 16 w 123"/>
                  <a:gd name="T51" fmla="*/ 20 h 134"/>
                  <a:gd name="T52" fmla="*/ 5 w 123"/>
                  <a:gd name="T53" fmla="*/ 7 h 134"/>
                  <a:gd name="T54" fmla="*/ 0 w 123"/>
                  <a:gd name="T55" fmla="*/ 7 h 134"/>
                  <a:gd name="T56" fmla="*/ 0 w 123"/>
                  <a:gd name="T57" fmla="*/ 0 h 134"/>
                  <a:gd name="T58" fmla="*/ 105 w 123"/>
                  <a:gd name="T59" fmla="*/ 0 h 134"/>
                  <a:gd name="T60" fmla="*/ 117 w 123"/>
                  <a:gd name="T61" fmla="*/ 35 h 134"/>
                  <a:gd name="T62" fmla="*/ 109 w 123"/>
                  <a:gd name="T63" fmla="*/ 38 h 134"/>
                  <a:gd name="T64" fmla="*/ 107 w 123"/>
                  <a:gd name="T65" fmla="*/ 34 h 134"/>
                  <a:gd name="T66" fmla="*/ 105 w 123"/>
                  <a:gd name="T67" fmla="*/ 29 h 134"/>
                  <a:gd name="T68" fmla="*/ 78 w 123"/>
                  <a:gd name="T69" fmla="*/ 11 h 134"/>
                  <a:gd name="T70" fmla="*/ 42 w 123"/>
                  <a:gd name="T71" fmla="*/ 10 h 134"/>
                  <a:gd name="T72" fmla="*/ 33 w 123"/>
                  <a:gd name="T73" fmla="*/ 10 h 134"/>
                  <a:gd name="T74" fmla="*/ 33 w 123"/>
                  <a:gd name="T75" fmla="*/ 6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3" h="134">
                    <a:moveTo>
                      <a:pt x="33" y="60"/>
                    </a:moveTo>
                    <a:cubicBezTo>
                      <a:pt x="41" y="60"/>
                      <a:pt x="48" y="61"/>
                      <a:pt x="55" y="59"/>
                    </a:cubicBezTo>
                    <a:cubicBezTo>
                      <a:pt x="63" y="57"/>
                      <a:pt x="67" y="53"/>
                      <a:pt x="68" y="45"/>
                    </a:cubicBezTo>
                    <a:cubicBezTo>
                      <a:pt x="69" y="42"/>
                      <a:pt x="69" y="39"/>
                      <a:pt x="70" y="35"/>
                    </a:cubicBezTo>
                    <a:cubicBezTo>
                      <a:pt x="72" y="35"/>
                      <a:pt x="75" y="35"/>
                      <a:pt x="77" y="35"/>
                    </a:cubicBezTo>
                    <a:cubicBezTo>
                      <a:pt x="77" y="55"/>
                      <a:pt x="77" y="74"/>
                      <a:pt x="77" y="94"/>
                    </a:cubicBezTo>
                    <a:cubicBezTo>
                      <a:pt x="76" y="94"/>
                      <a:pt x="75" y="94"/>
                      <a:pt x="75" y="94"/>
                    </a:cubicBezTo>
                    <a:cubicBezTo>
                      <a:pt x="73" y="94"/>
                      <a:pt x="71" y="94"/>
                      <a:pt x="70" y="94"/>
                    </a:cubicBezTo>
                    <a:cubicBezTo>
                      <a:pt x="69" y="90"/>
                      <a:pt x="69" y="86"/>
                      <a:pt x="69" y="83"/>
                    </a:cubicBezTo>
                    <a:cubicBezTo>
                      <a:pt x="67" y="74"/>
                      <a:pt x="63" y="70"/>
                      <a:pt x="54" y="69"/>
                    </a:cubicBezTo>
                    <a:cubicBezTo>
                      <a:pt x="47" y="69"/>
                      <a:pt x="40" y="69"/>
                      <a:pt x="33" y="69"/>
                    </a:cubicBezTo>
                    <a:cubicBezTo>
                      <a:pt x="33" y="71"/>
                      <a:pt x="33" y="72"/>
                      <a:pt x="33" y="73"/>
                    </a:cubicBezTo>
                    <a:cubicBezTo>
                      <a:pt x="33" y="87"/>
                      <a:pt x="33" y="101"/>
                      <a:pt x="33" y="114"/>
                    </a:cubicBezTo>
                    <a:cubicBezTo>
                      <a:pt x="33" y="123"/>
                      <a:pt x="34" y="124"/>
                      <a:pt x="43" y="124"/>
                    </a:cubicBezTo>
                    <a:cubicBezTo>
                      <a:pt x="51" y="124"/>
                      <a:pt x="60" y="124"/>
                      <a:pt x="68" y="124"/>
                    </a:cubicBezTo>
                    <a:cubicBezTo>
                      <a:pt x="89" y="124"/>
                      <a:pt x="103" y="114"/>
                      <a:pt x="112" y="96"/>
                    </a:cubicBezTo>
                    <a:cubicBezTo>
                      <a:pt x="113" y="94"/>
                      <a:pt x="114" y="92"/>
                      <a:pt x="115" y="90"/>
                    </a:cubicBezTo>
                    <a:cubicBezTo>
                      <a:pt x="115" y="90"/>
                      <a:pt x="115" y="90"/>
                      <a:pt x="115" y="90"/>
                    </a:cubicBezTo>
                    <a:cubicBezTo>
                      <a:pt x="118" y="90"/>
                      <a:pt x="120" y="91"/>
                      <a:pt x="123" y="92"/>
                    </a:cubicBezTo>
                    <a:cubicBezTo>
                      <a:pt x="118" y="107"/>
                      <a:pt x="113" y="120"/>
                      <a:pt x="109" y="134"/>
                    </a:cubicBezTo>
                    <a:cubicBezTo>
                      <a:pt x="72" y="134"/>
                      <a:pt x="3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6"/>
                      <a:pt x="8" y="126"/>
                    </a:cubicBezTo>
                    <a:cubicBezTo>
                      <a:pt x="12" y="126"/>
                      <a:pt x="14" y="124"/>
                      <a:pt x="15" y="120"/>
                    </a:cubicBezTo>
                    <a:cubicBezTo>
                      <a:pt x="15" y="118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0"/>
                      <a:pt x="14" y="8"/>
                      <a:pt x="5" y="7"/>
                    </a:cubicBezTo>
                    <a:cubicBezTo>
                      <a:pt x="3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4" y="0"/>
                      <a:pt x="69" y="0"/>
                      <a:pt x="105" y="0"/>
                    </a:cubicBezTo>
                    <a:cubicBezTo>
                      <a:pt x="109" y="11"/>
                      <a:pt x="112" y="22"/>
                      <a:pt x="117" y="35"/>
                    </a:cubicBezTo>
                    <a:cubicBezTo>
                      <a:pt x="114" y="36"/>
                      <a:pt x="112" y="37"/>
                      <a:pt x="109" y="38"/>
                    </a:cubicBezTo>
                    <a:cubicBezTo>
                      <a:pt x="108" y="36"/>
                      <a:pt x="108" y="35"/>
                      <a:pt x="107" y="34"/>
                    </a:cubicBezTo>
                    <a:cubicBezTo>
                      <a:pt x="107" y="32"/>
                      <a:pt x="106" y="31"/>
                      <a:pt x="105" y="29"/>
                    </a:cubicBezTo>
                    <a:cubicBezTo>
                      <a:pt x="100" y="18"/>
                      <a:pt x="90" y="11"/>
                      <a:pt x="78" y="11"/>
                    </a:cubicBezTo>
                    <a:cubicBezTo>
                      <a:pt x="66" y="10"/>
                      <a:pt x="54" y="10"/>
                      <a:pt x="42" y="10"/>
                    </a:cubicBezTo>
                    <a:cubicBezTo>
                      <a:pt x="39" y="10"/>
                      <a:pt x="36" y="10"/>
                      <a:pt x="33" y="10"/>
                    </a:cubicBezTo>
                    <a:cubicBezTo>
                      <a:pt x="33" y="26"/>
                      <a:pt x="33" y="43"/>
                      <a:pt x="33" y="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Freeform 22"/>
              <p:cNvSpPr/>
              <p:nvPr/>
            </p:nvSpPr>
            <p:spPr bwMode="auto">
              <a:xfrm>
                <a:off x="5897767" y="3891177"/>
                <a:ext cx="358826" cy="381253"/>
              </a:xfrm>
              <a:custGeom>
                <a:avLst/>
                <a:gdLst>
                  <a:gd name="T0" fmla="*/ 43 w 126"/>
                  <a:gd name="T1" fmla="*/ 134 h 134"/>
                  <a:gd name="T2" fmla="*/ 0 w 126"/>
                  <a:gd name="T3" fmla="*/ 134 h 134"/>
                  <a:gd name="T4" fmla="*/ 0 w 126"/>
                  <a:gd name="T5" fmla="*/ 127 h 134"/>
                  <a:gd name="T6" fmla="*/ 7 w 126"/>
                  <a:gd name="T7" fmla="*/ 126 h 134"/>
                  <a:gd name="T8" fmla="*/ 16 w 126"/>
                  <a:gd name="T9" fmla="*/ 118 h 134"/>
                  <a:gd name="T10" fmla="*/ 16 w 126"/>
                  <a:gd name="T11" fmla="*/ 110 h 134"/>
                  <a:gd name="T12" fmla="*/ 16 w 126"/>
                  <a:gd name="T13" fmla="*/ 18 h 134"/>
                  <a:gd name="T14" fmla="*/ 5 w 126"/>
                  <a:gd name="T15" fmla="*/ 7 h 134"/>
                  <a:gd name="T16" fmla="*/ 0 w 126"/>
                  <a:gd name="T17" fmla="*/ 7 h 134"/>
                  <a:gd name="T18" fmla="*/ 0 w 126"/>
                  <a:gd name="T19" fmla="*/ 0 h 134"/>
                  <a:gd name="T20" fmla="*/ 40 w 126"/>
                  <a:gd name="T21" fmla="*/ 0 h 134"/>
                  <a:gd name="T22" fmla="*/ 98 w 126"/>
                  <a:gd name="T23" fmla="*/ 100 h 134"/>
                  <a:gd name="T24" fmla="*/ 99 w 126"/>
                  <a:gd name="T25" fmla="*/ 96 h 134"/>
                  <a:gd name="T26" fmla="*/ 99 w 126"/>
                  <a:gd name="T27" fmla="*/ 24 h 134"/>
                  <a:gd name="T28" fmla="*/ 98 w 126"/>
                  <a:gd name="T29" fmla="*/ 17 h 134"/>
                  <a:gd name="T30" fmla="*/ 89 w 126"/>
                  <a:gd name="T31" fmla="*/ 7 h 134"/>
                  <a:gd name="T32" fmla="*/ 83 w 126"/>
                  <a:gd name="T33" fmla="*/ 7 h 134"/>
                  <a:gd name="T34" fmla="*/ 83 w 126"/>
                  <a:gd name="T35" fmla="*/ 4 h 134"/>
                  <a:gd name="T36" fmla="*/ 83 w 126"/>
                  <a:gd name="T37" fmla="*/ 0 h 134"/>
                  <a:gd name="T38" fmla="*/ 125 w 126"/>
                  <a:gd name="T39" fmla="*/ 0 h 134"/>
                  <a:gd name="T40" fmla="*/ 126 w 126"/>
                  <a:gd name="T41" fmla="*/ 3 h 134"/>
                  <a:gd name="T42" fmla="*/ 126 w 126"/>
                  <a:gd name="T43" fmla="*/ 7 h 134"/>
                  <a:gd name="T44" fmla="*/ 120 w 126"/>
                  <a:gd name="T45" fmla="*/ 7 h 134"/>
                  <a:gd name="T46" fmla="*/ 110 w 126"/>
                  <a:gd name="T47" fmla="*/ 16 h 134"/>
                  <a:gd name="T48" fmla="*/ 110 w 126"/>
                  <a:gd name="T49" fmla="*/ 26 h 134"/>
                  <a:gd name="T50" fmla="*/ 110 w 126"/>
                  <a:gd name="T51" fmla="*/ 128 h 134"/>
                  <a:gd name="T52" fmla="*/ 110 w 126"/>
                  <a:gd name="T53" fmla="*/ 134 h 134"/>
                  <a:gd name="T54" fmla="*/ 98 w 126"/>
                  <a:gd name="T55" fmla="*/ 134 h 134"/>
                  <a:gd name="T56" fmla="*/ 28 w 126"/>
                  <a:gd name="T57" fmla="*/ 14 h 134"/>
                  <a:gd name="T58" fmla="*/ 28 w 126"/>
                  <a:gd name="T59" fmla="*/ 14 h 134"/>
                  <a:gd name="T60" fmla="*/ 27 w 126"/>
                  <a:gd name="T61" fmla="*/ 17 h 134"/>
                  <a:gd name="T62" fmla="*/ 27 w 126"/>
                  <a:gd name="T63" fmla="*/ 110 h 134"/>
                  <a:gd name="T64" fmla="*/ 28 w 126"/>
                  <a:gd name="T65" fmla="*/ 118 h 134"/>
                  <a:gd name="T66" fmla="*/ 36 w 126"/>
                  <a:gd name="T67" fmla="*/ 126 h 134"/>
                  <a:gd name="T68" fmla="*/ 43 w 126"/>
                  <a:gd name="T69" fmla="*/ 127 h 134"/>
                  <a:gd name="T70" fmla="*/ 43 w 126"/>
                  <a:gd name="T7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" h="134">
                    <a:moveTo>
                      <a:pt x="43" y="134"/>
                    </a:moveTo>
                    <a:cubicBezTo>
                      <a:pt x="29" y="134"/>
                      <a:pt x="14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2" y="127"/>
                      <a:pt x="5" y="127"/>
                      <a:pt x="7" y="126"/>
                    </a:cubicBezTo>
                    <a:cubicBezTo>
                      <a:pt x="13" y="125"/>
                      <a:pt x="15" y="123"/>
                      <a:pt x="16" y="118"/>
                    </a:cubicBezTo>
                    <a:cubicBezTo>
                      <a:pt x="16" y="115"/>
                      <a:pt x="16" y="113"/>
                      <a:pt x="16" y="110"/>
                    </a:cubicBezTo>
                    <a:cubicBezTo>
                      <a:pt x="16" y="80"/>
                      <a:pt x="16" y="49"/>
                      <a:pt x="16" y="18"/>
                    </a:cubicBezTo>
                    <a:cubicBezTo>
                      <a:pt x="16" y="9"/>
                      <a:pt x="14" y="8"/>
                      <a:pt x="5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3" y="0"/>
                      <a:pt x="26" y="0"/>
                      <a:pt x="40" y="0"/>
                    </a:cubicBezTo>
                    <a:cubicBezTo>
                      <a:pt x="59" y="33"/>
                      <a:pt x="78" y="66"/>
                      <a:pt x="98" y="100"/>
                    </a:cubicBezTo>
                    <a:cubicBezTo>
                      <a:pt x="98" y="98"/>
                      <a:pt x="99" y="97"/>
                      <a:pt x="99" y="96"/>
                    </a:cubicBezTo>
                    <a:cubicBezTo>
                      <a:pt x="99" y="72"/>
                      <a:pt x="99" y="48"/>
                      <a:pt x="99" y="24"/>
                    </a:cubicBezTo>
                    <a:cubicBezTo>
                      <a:pt x="99" y="22"/>
                      <a:pt x="99" y="19"/>
                      <a:pt x="98" y="17"/>
                    </a:cubicBezTo>
                    <a:cubicBezTo>
                      <a:pt x="97" y="11"/>
                      <a:pt x="95" y="8"/>
                      <a:pt x="89" y="7"/>
                    </a:cubicBezTo>
                    <a:cubicBezTo>
                      <a:pt x="87" y="7"/>
                      <a:pt x="85" y="7"/>
                      <a:pt x="83" y="7"/>
                    </a:cubicBezTo>
                    <a:cubicBezTo>
                      <a:pt x="83" y="6"/>
                      <a:pt x="83" y="5"/>
                      <a:pt x="83" y="4"/>
                    </a:cubicBezTo>
                    <a:cubicBezTo>
                      <a:pt x="83" y="2"/>
                      <a:pt x="83" y="1"/>
                      <a:pt x="83" y="0"/>
                    </a:cubicBezTo>
                    <a:cubicBezTo>
                      <a:pt x="97" y="0"/>
                      <a:pt x="111" y="0"/>
                      <a:pt x="125" y="0"/>
                    </a:cubicBezTo>
                    <a:cubicBezTo>
                      <a:pt x="125" y="1"/>
                      <a:pt x="126" y="2"/>
                      <a:pt x="126" y="3"/>
                    </a:cubicBezTo>
                    <a:cubicBezTo>
                      <a:pt x="126" y="4"/>
                      <a:pt x="126" y="5"/>
                      <a:pt x="126" y="7"/>
                    </a:cubicBezTo>
                    <a:cubicBezTo>
                      <a:pt x="124" y="7"/>
                      <a:pt x="122" y="7"/>
                      <a:pt x="120" y="7"/>
                    </a:cubicBezTo>
                    <a:cubicBezTo>
                      <a:pt x="114" y="8"/>
                      <a:pt x="111" y="11"/>
                      <a:pt x="110" y="16"/>
                    </a:cubicBezTo>
                    <a:cubicBezTo>
                      <a:pt x="110" y="20"/>
                      <a:pt x="110" y="23"/>
                      <a:pt x="110" y="26"/>
                    </a:cubicBezTo>
                    <a:cubicBezTo>
                      <a:pt x="110" y="60"/>
                      <a:pt x="110" y="94"/>
                      <a:pt x="110" y="128"/>
                    </a:cubicBezTo>
                    <a:cubicBezTo>
                      <a:pt x="110" y="130"/>
                      <a:pt x="110" y="132"/>
                      <a:pt x="110" y="134"/>
                    </a:cubicBezTo>
                    <a:cubicBezTo>
                      <a:pt x="106" y="134"/>
                      <a:pt x="102" y="134"/>
                      <a:pt x="98" y="134"/>
                    </a:cubicBezTo>
                    <a:cubicBezTo>
                      <a:pt x="75" y="94"/>
                      <a:pt x="52" y="5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5"/>
                      <a:pt x="27" y="16"/>
                      <a:pt x="27" y="17"/>
                    </a:cubicBezTo>
                    <a:cubicBezTo>
                      <a:pt x="27" y="48"/>
                      <a:pt x="27" y="79"/>
                      <a:pt x="27" y="110"/>
                    </a:cubicBezTo>
                    <a:cubicBezTo>
                      <a:pt x="27" y="113"/>
                      <a:pt x="27" y="116"/>
                      <a:pt x="28" y="118"/>
                    </a:cubicBezTo>
                    <a:cubicBezTo>
                      <a:pt x="29" y="123"/>
                      <a:pt x="31" y="125"/>
                      <a:pt x="36" y="126"/>
                    </a:cubicBezTo>
                    <a:cubicBezTo>
                      <a:pt x="38" y="126"/>
                      <a:pt x="41" y="127"/>
                      <a:pt x="43" y="127"/>
                    </a:cubicBezTo>
                    <a:cubicBezTo>
                      <a:pt x="43" y="129"/>
                      <a:pt x="43" y="132"/>
                      <a:pt x="43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Freeform 23"/>
              <p:cNvSpPr/>
              <p:nvPr/>
            </p:nvSpPr>
            <p:spPr bwMode="auto">
              <a:xfrm>
                <a:off x="6285428" y="3878362"/>
                <a:ext cx="397272" cy="410087"/>
              </a:xfrm>
              <a:custGeom>
                <a:avLst/>
                <a:gdLst>
                  <a:gd name="T0" fmla="*/ 87 w 139"/>
                  <a:gd name="T1" fmla="*/ 79 h 144"/>
                  <a:gd name="T2" fmla="*/ 87 w 139"/>
                  <a:gd name="T3" fmla="*/ 71 h 144"/>
                  <a:gd name="T4" fmla="*/ 139 w 139"/>
                  <a:gd name="T5" fmla="*/ 71 h 144"/>
                  <a:gd name="T6" fmla="*/ 139 w 139"/>
                  <a:gd name="T7" fmla="*/ 79 h 144"/>
                  <a:gd name="T8" fmla="*/ 133 w 139"/>
                  <a:gd name="T9" fmla="*/ 79 h 144"/>
                  <a:gd name="T10" fmla="*/ 124 w 139"/>
                  <a:gd name="T11" fmla="*/ 88 h 144"/>
                  <a:gd name="T12" fmla="*/ 124 w 139"/>
                  <a:gd name="T13" fmla="*/ 95 h 144"/>
                  <a:gd name="T14" fmla="*/ 124 w 139"/>
                  <a:gd name="T15" fmla="*/ 134 h 144"/>
                  <a:gd name="T16" fmla="*/ 124 w 139"/>
                  <a:gd name="T17" fmla="*/ 139 h 144"/>
                  <a:gd name="T18" fmla="*/ 115 w 139"/>
                  <a:gd name="T19" fmla="*/ 139 h 144"/>
                  <a:gd name="T20" fmla="*/ 110 w 139"/>
                  <a:gd name="T21" fmla="*/ 128 h 144"/>
                  <a:gd name="T22" fmla="*/ 105 w 139"/>
                  <a:gd name="T23" fmla="*/ 131 h 144"/>
                  <a:gd name="T24" fmla="*/ 56 w 139"/>
                  <a:gd name="T25" fmla="*/ 141 h 144"/>
                  <a:gd name="T26" fmla="*/ 10 w 139"/>
                  <a:gd name="T27" fmla="*/ 103 h 144"/>
                  <a:gd name="T28" fmla="*/ 15 w 139"/>
                  <a:gd name="T29" fmla="*/ 33 h 144"/>
                  <a:gd name="T30" fmla="*/ 56 w 139"/>
                  <a:gd name="T31" fmla="*/ 3 h 144"/>
                  <a:gd name="T32" fmla="*/ 99 w 139"/>
                  <a:gd name="T33" fmla="*/ 11 h 144"/>
                  <a:gd name="T34" fmla="*/ 102 w 139"/>
                  <a:gd name="T35" fmla="*/ 13 h 144"/>
                  <a:gd name="T36" fmla="*/ 105 w 139"/>
                  <a:gd name="T37" fmla="*/ 5 h 144"/>
                  <a:gd name="T38" fmla="*/ 112 w 139"/>
                  <a:gd name="T39" fmla="*/ 5 h 144"/>
                  <a:gd name="T40" fmla="*/ 122 w 139"/>
                  <a:gd name="T41" fmla="*/ 46 h 144"/>
                  <a:gd name="T42" fmla="*/ 114 w 139"/>
                  <a:gd name="T43" fmla="*/ 49 h 144"/>
                  <a:gd name="T44" fmla="*/ 112 w 139"/>
                  <a:gd name="T45" fmla="*/ 44 h 144"/>
                  <a:gd name="T46" fmla="*/ 100 w 139"/>
                  <a:gd name="T47" fmla="*/ 25 h 144"/>
                  <a:gd name="T48" fmla="*/ 42 w 139"/>
                  <a:gd name="T49" fmla="*/ 23 h 144"/>
                  <a:gd name="T50" fmla="*/ 24 w 139"/>
                  <a:gd name="T51" fmla="*/ 62 h 144"/>
                  <a:gd name="T52" fmla="*/ 34 w 139"/>
                  <a:gd name="T53" fmla="*/ 109 h 144"/>
                  <a:gd name="T54" fmla="*/ 77 w 139"/>
                  <a:gd name="T55" fmla="*/ 131 h 144"/>
                  <a:gd name="T56" fmla="*/ 101 w 139"/>
                  <a:gd name="T57" fmla="*/ 120 h 144"/>
                  <a:gd name="T58" fmla="*/ 106 w 139"/>
                  <a:gd name="T59" fmla="*/ 109 h 144"/>
                  <a:gd name="T60" fmla="*/ 106 w 139"/>
                  <a:gd name="T61" fmla="*/ 90 h 144"/>
                  <a:gd name="T62" fmla="*/ 96 w 139"/>
                  <a:gd name="T63" fmla="*/ 79 h 144"/>
                  <a:gd name="T64" fmla="*/ 87 w 139"/>
                  <a:gd name="T65" fmla="*/ 7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9" h="144">
                    <a:moveTo>
                      <a:pt x="87" y="79"/>
                    </a:moveTo>
                    <a:cubicBezTo>
                      <a:pt x="87" y="76"/>
                      <a:pt x="87" y="74"/>
                      <a:pt x="87" y="71"/>
                    </a:cubicBezTo>
                    <a:cubicBezTo>
                      <a:pt x="105" y="71"/>
                      <a:pt x="122" y="71"/>
                      <a:pt x="139" y="71"/>
                    </a:cubicBezTo>
                    <a:cubicBezTo>
                      <a:pt x="139" y="74"/>
                      <a:pt x="139" y="76"/>
                      <a:pt x="139" y="79"/>
                    </a:cubicBezTo>
                    <a:cubicBezTo>
                      <a:pt x="137" y="79"/>
                      <a:pt x="135" y="79"/>
                      <a:pt x="133" y="79"/>
                    </a:cubicBezTo>
                    <a:cubicBezTo>
                      <a:pt x="127" y="79"/>
                      <a:pt x="125" y="81"/>
                      <a:pt x="124" y="88"/>
                    </a:cubicBezTo>
                    <a:cubicBezTo>
                      <a:pt x="124" y="90"/>
                      <a:pt x="124" y="93"/>
                      <a:pt x="124" y="95"/>
                    </a:cubicBezTo>
                    <a:cubicBezTo>
                      <a:pt x="124" y="108"/>
                      <a:pt x="124" y="121"/>
                      <a:pt x="124" y="134"/>
                    </a:cubicBezTo>
                    <a:cubicBezTo>
                      <a:pt x="124" y="135"/>
                      <a:pt x="124" y="137"/>
                      <a:pt x="124" y="139"/>
                    </a:cubicBezTo>
                    <a:cubicBezTo>
                      <a:pt x="121" y="139"/>
                      <a:pt x="118" y="139"/>
                      <a:pt x="115" y="139"/>
                    </a:cubicBezTo>
                    <a:cubicBezTo>
                      <a:pt x="113" y="136"/>
                      <a:pt x="112" y="132"/>
                      <a:pt x="110" y="128"/>
                    </a:cubicBezTo>
                    <a:cubicBezTo>
                      <a:pt x="108" y="129"/>
                      <a:pt x="107" y="130"/>
                      <a:pt x="105" y="131"/>
                    </a:cubicBezTo>
                    <a:cubicBezTo>
                      <a:pt x="90" y="140"/>
                      <a:pt x="74" y="144"/>
                      <a:pt x="56" y="141"/>
                    </a:cubicBezTo>
                    <a:cubicBezTo>
                      <a:pt x="34" y="137"/>
                      <a:pt x="18" y="124"/>
                      <a:pt x="10" y="103"/>
                    </a:cubicBezTo>
                    <a:cubicBezTo>
                      <a:pt x="0" y="79"/>
                      <a:pt x="1" y="55"/>
                      <a:pt x="15" y="33"/>
                    </a:cubicBezTo>
                    <a:cubicBezTo>
                      <a:pt x="24" y="17"/>
                      <a:pt x="38" y="6"/>
                      <a:pt x="56" y="3"/>
                    </a:cubicBezTo>
                    <a:cubicBezTo>
                      <a:pt x="71" y="0"/>
                      <a:pt x="86" y="2"/>
                      <a:pt x="99" y="11"/>
                    </a:cubicBezTo>
                    <a:cubicBezTo>
                      <a:pt x="100" y="12"/>
                      <a:pt x="101" y="12"/>
                      <a:pt x="102" y="13"/>
                    </a:cubicBezTo>
                    <a:cubicBezTo>
                      <a:pt x="103" y="10"/>
                      <a:pt x="104" y="7"/>
                      <a:pt x="105" y="5"/>
                    </a:cubicBezTo>
                    <a:cubicBezTo>
                      <a:pt x="107" y="5"/>
                      <a:pt x="109" y="5"/>
                      <a:pt x="112" y="5"/>
                    </a:cubicBezTo>
                    <a:cubicBezTo>
                      <a:pt x="115" y="18"/>
                      <a:pt x="119" y="32"/>
                      <a:pt x="122" y="46"/>
                    </a:cubicBezTo>
                    <a:cubicBezTo>
                      <a:pt x="120" y="47"/>
                      <a:pt x="117" y="48"/>
                      <a:pt x="114" y="49"/>
                    </a:cubicBezTo>
                    <a:cubicBezTo>
                      <a:pt x="114" y="47"/>
                      <a:pt x="113" y="45"/>
                      <a:pt x="112" y="44"/>
                    </a:cubicBezTo>
                    <a:cubicBezTo>
                      <a:pt x="109" y="37"/>
                      <a:pt x="105" y="30"/>
                      <a:pt x="100" y="25"/>
                    </a:cubicBezTo>
                    <a:cubicBezTo>
                      <a:pt x="84" y="8"/>
                      <a:pt x="59" y="7"/>
                      <a:pt x="42" y="23"/>
                    </a:cubicBezTo>
                    <a:cubicBezTo>
                      <a:pt x="31" y="34"/>
                      <a:pt x="25" y="47"/>
                      <a:pt x="24" y="62"/>
                    </a:cubicBezTo>
                    <a:cubicBezTo>
                      <a:pt x="22" y="79"/>
                      <a:pt x="25" y="95"/>
                      <a:pt x="34" y="109"/>
                    </a:cubicBezTo>
                    <a:cubicBezTo>
                      <a:pt x="44" y="125"/>
                      <a:pt x="59" y="132"/>
                      <a:pt x="77" y="131"/>
                    </a:cubicBezTo>
                    <a:cubicBezTo>
                      <a:pt x="86" y="130"/>
                      <a:pt x="94" y="127"/>
                      <a:pt x="101" y="120"/>
                    </a:cubicBezTo>
                    <a:cubicBezTo>
                      <a:pt x="104" y="117"/>
                      <a:pt x="106" y="114"/>
                      <a:pt x="106" y="109"/>
                    </a:cubicBezTo>
                    <a:cubicBezTo>
                      <a:pt x="106" y="103"/>
                      <a:pt x="107" y="96"/>
                      <a:pt x="106" y="90"/>
                    </a:cubicBezTo>
                    <a:cubicBezTo>
                      <a:pt x="106" y="82"/>
                      <a:pt x="104" y="81"/>
                      <a:pt x="96" y="79"/>
                    </a:cubicBezTo>
                    <a:cubicBezTo>
                      <a:pt x="94" y="79"/>
                      <a:pt x="91" y="79"/>
                      <a:pt x="87" y="7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Freeform 25"/>
              <p:cNvSpPr/>
              <p:nvPr/>
            </p:nvSpPr>
            <p:spPr bwMode="auto">
              <a:xfrm>
                <a:off x="9005458" y="3884769"/>
                <a:ext cx="323584" cy="397272"/>
              </a:xfrm>
              <a:custGeom>
                <a:avLst/>
                <a:gdLst>
                  <a:gd name="T0" fmla="*/ 103 w 113"/>
                  <a:gd name="T1" fmla="*/ 44 h 140"/>
                  <a:gd name="T2" fmla="*/ 95 w 113"/>
                  <a:gd name="T3" fmla="*/ 46 h 140"/>
                  <a:gd name="T4" fmla="*/ 92 w 113"/>
                  <a:gd name="T5" fmla="*/ 41 h 140"/>
                  <a:gd name="T6" fmla="*/ 72 w 113"/>
                  <a:gd name="T7" fmla="*/ 18 h 140"/>
                  <a:gd name="T8" fmla="*/ 38 w 113"/>
                  <a:gd name="T9" fmla="*/ 12 h 140"/>
                  <a:gd name="T10" fmla="*/ 25 w 113"/>
                  <a:gd name="T11" fmla="*/ 19 h 140"/>
                  <a:gd name="T12" fmla="*/ 26 w 113"/>
                  <a:gd name="T13" fmla="*/ 44 h 140"/>
                  <a:gd name="T14" fmla="*/ 42 w 113"/>
                  <a:gd name="T15" fmla="*/ 53 h 140"/>
                  <a:gd name="T16" fmla="*/ 70 w 113"/>
                  <a:gd name="T17" fmla="*/ 62 h 140"/>
                  <a:gd name="T18" fmla="*/ 90 w 113"/>
                  <a:gd name="T19" fmla="*/ 70 h 140"/>
                  <a:gd name="T20" fmla="*/ 97 w 113"/>
                  <a:gd name="T21" fmla="*/ 125 h 140"/>
                  <a:gd name="T22" fmla="*/ 56 w 113"/>
                  <a:gd name="T23" fmla="*/ 140 h 140"/>
                  <a:gd name="T24" fmla="*/ 25 w 113"/>
                  <a:gd name="T25" fmla="*/ 128 h 140"/>
                  <a:gd name="T26" fmla="*/ 21 w 113"/>
                  <a:gd name="T27" fmla="*/ 125 h 140"/>
                  <a:gd name="T28" fmla="*/ 16 w 113"/>
                  <a:gd name="T29" fmla="*/ 137 h 140"/>
                  <a:gd name="T30" fmla="*/ 10 w 113"/>
                  <a:gd name="T31" fmla="*/ 137 h 140"/>
                  <a:gd name="T32" fmla="*/ 1 w 113"/>
                  <a:gd name="T33" fmla="*/ 89 h 140"/>
                  <a:gd name="T34" fmla="*/ 10 w 113"/>
                  <a:gd name="T35" fmla="*/ 87 h 140"/>
                  <a:gd name="T36" fmla="*/ 13 w 113"/>
                  <a:gd name="T37" fmla="*/ 95 h 140"/>
                  <a:gd name="T38" fmla="*/ 36 w 113"/>
                  <a:gd name="T39" fmla="*/ 122 h 140"/>
                  <a:gd name="T40" fmla="*/ 69 w 113"/>
                  <a:gd name="T41" fmla="*/ 128 h 140"/>
                  <a:gd name="T42" fmla="*/ 85 w 113"/>
                  <a:gd name="T43" fmla="*/ 119 h 140"/>
                  <a:gd name="T44" fmla="*/ 81 w 113"/>
                  <a:gd name="T45" fmla="*/ 86 h 140"/>
                  <a:gd name="T46" fmla="*/ 63 w 113"/>
                  <a:gd name="T47" fmla="*/ 79 h 140"/>
                  <a:gd name="T48" fmla="*/ 38 w 113"/>
                  <a:gd name="T49" fmla="*/ 71 h 140"/>
                  <a:gd name="T50" fmla="*/ 19 w 113"/>
                  <a:gd name="T51" fmla="*/ 62 h 140"/>
                  <a:gd name="T52" fmla="*/ 15 w 113"/>
                  <a:gd name="T53" fmla="*/ 13 h 140"/>
                  <a:gd name="T54" fmla="*/ 51 w 113"/>
                  <a:gd name="T55" fmla="*/ 0 h 140"/>
                  <a:gd name="T56" fmla="*/ 81 w 113"/>
                  <a:gd name="T57" fmla="*/ 10 h 140"/>
                  <a:gd name="T58" fmla="*/ 82 w 113"/>
                  <a:gd name="T59" fmla="*/ 11 h 140"/>
                  <a:gd name="T60" fmla="*/ 83 w 113"/>
                  <a:gd name="T61" fmla="*/ 11 h 140"/>
                  <a:gd name="T62" fmla="*/ 87 w 113"/>
                  <a:gd name="T63" fmla="*/ 2 h 140"/>
                  <a:gd name="T64" fmla="*/ 93 w 113"/>
                  <a:gd name="T65" fmla="*/ 2 h 140"/>
                  <a:gd name="T66" fmla="*/ 103 w 113"/>
                  <a:gd name="T67" fmla="*/ 4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3" h="140">
                    <a:moveTo>
                      <a:pt x="103" y="44"/>
                    </a:moveTo>
                    <a:cubicBezTo>
                      <a:pt x="100" y="45"/>
                      <a:pt x="98" y="45"/>
                      <a:pt x="95" y="46"/>
                    </a:cubicBezTo>
                    <a:cubicBezTo>
                      <a:pt x="94" y="44"/>
                      <a:pt x="93" y="43"/>
                      <a:pt x="92" y="41"/>
                    </a:cubicBezTo>
                    <a:cubicBezTo>
                      <a:pt x="87" y="32"/>
                      <a:pt x="81" y="24"/>
                      <a:pt x="72" y="18"/>
                    </a:cubicBezTo>
                    <a:cubicBezTo>
                      <a:pt x="61" y="11"/>
                      <a:pt x="50" y="9"/>
                      <a:pt x="38" y="12"/>
                    </a:cubicBezTo>
                    <a:cubicBezTo>
                      <a:pt x="33" y="13"/>
                      <a:pt x="28" y="16"/>
                      <a:pt x="25" y="19"/>
                    </a:cubicBezTo>
                    <a:cubicBezTo>
                      <a:pt x="18" y="27"/>
                      <a:pt x="19" y="38"/>
                      <a:pt x="26" y="44"/>
                    </a:cubicBezTo>
                    <a:cubicBezTo>
                      <a:pt x="31" y="49"/>
                      <a:pt x="36" y="51"/>
                      <a:pt x="42" y="53"/>
                    </a:cubicBezTo>
                    <a:cubicBezTo>
                      <a:pt x="51" y="56"/>
                      <a:pt x="61" y="59"/>
                      <a:pt x="70" y="62"/>
                    </a:cubicBezTo>
                    <a:cubicBezTo>
                      <a:pt x="77" y="64"/>
                      <a:pt x="84" y="67"/>
                      <a:pt x="90" y="70"/>
                    </a:cubicBezTo>
                    <a:cubicBezTo>
                      <a:pt x="113" y="83"/>
                      <a:pt x="112" y="111"/>
                      <a:pt x="97" y="125"/>
                    </a:cubicBezTo>
                    <a:cubicBezTo>
                      <a:pt x="85" y="137"/>
                      <a:pt x="71" y="140"/>
                      <a:pt x="56" y="140"/>
                    </a:cubicBezTo>
                    <a:cubicBezTo>
                      <a:pt x="44" y="139"/>
                      <a:pt x="34" y="135"/>
                      <a:pt x="25" y="128"/>
                    </a:cubicBezTo>
                    <a:cubicBezTo>
                      <a:pt x="24" y="127"/>
                      <a:pt x="23" y="126"/>
                      <a:pt x="21" y="125"/>
                    </a:cubicBezTo>
                    <a:cubicBezTo>
                      <a:pt x="19" y="129"/>
                      <a:pt x="18" y="133"/>
                      <a:pt x="16" y="137"/>
                    </a:cubicBezTo>
                    <a:cubicBezTo>
                      <a:pt x="14" y="137"/>
                      <a:pt x="12" y="137"/>
                      <a:pt x="10" y="137"/>
                    </a:cubicBezTo>
                    <a:cubicBezTo>
                      <a:pt x="7" y="121"/>
                      <a:pt x="4" y="105"/>
                      <a:pt x="1" y="89"/>
                    </a:cubicBezTo>
                    <a:cubicBezTo>
                      <a:pt x="4" y="88"/>
                      <a:pt x="7" y="88"/>
                      <a:pt x="10" y="87"/>
                    </a:cubicBezTo>
                    <a:cubicBezTo>
                      <a:pt x="11" y="90"/>
                      <a:pt x="12" y="93"/>
                      <a:pt x="13" y="95"/>
                    </a:cubicBezTo>
                    <a:cubicBezTo>
                      <a:pt x="18" y="106"/>
                      <a:pt x="26" y="116"/>
                      <a:pt x="36" y="122"/>
                    </a:cubicBezTo>
                    <a:cubicBezTo>
                      <a:pt x="46" y="129"/>
                      <a:pt x="57" y="131"/>
                      <a:pt x="69" y="128"/>
                    </a:cubicBezTo>
                    <a:cubicBezTo>
                      <a:pt x="75" y="127"/>
                      <a:pt x="80" y="123"/>
                      <a:pt x="85" y="119"/>
                    </a:cubicBezTo>
                    <a:cubicBezTo>
                      <a:pt x="94" y="110"/>
                      <a:pt x="94" y="93"/>
                      <a:pt x="81" y="86"/>
                    </a:cubicBezTo>
                    <a:cubicBezTo>
                      <a:pt x="75" y="83"/>
                      <a:pt x="69" y="81"/>
                      <a:pt x="63" y="79"/>
                    </a:cubicBezTo>
                    <a:cubicBezTo>
                      <a:pt x="55" y="76"/>
                      <a:pt x="46" y="74"/>
                      <a:pt x="38" y="71"/>
                    </a:cubicBezTo>
                    <a:cubicBezTo>
                      <a:pt x="31" y="69"/>
                      <a:pt x="25" y="66"/>
                      <a:pt x="19" y="62"/>
                    </a:cubicBezTo>
                    <a:cubicBezTo>
                      <a:pt x="1" y="51"/>
                      <a:pt x="0" y="27"/>
                      <a:pt x="15" y="13"/>
                    </a:cubicBezTo>
                    <a:cubicBezTo>
                      <a:pt x="25" y="3"/>
                      <a:pt x="37" y="0"/>
                      <a:pt x="51" y="0"/>
                    </a:cubicBezTo>
                    <a:cubicBezTo>
                      <a:pt x="62" y="0"/>
                      <a:pt x="72" y="3"/>
                      <a:pt x="81" y="10"/>
                    </a:cubicBezTo>
                    <a:cubicBezTo>
                      <a:pt x="81" y="10"/>
                      <a:pt x="81" y="11"/>
                      <a:pt x="82" y="11"/>
                    </a:cubicBezTo>
                    <a:cubicBezTo>
                      <a:pt x="82" y="11"/>
                      <a:pt x="82" y="11"/>
                      <a:pt x="83" y="11"/>
                    </a:cubicBezTo>
                    <a:cubicBezTo>
                      <a:pt x="84" y="8"/>
                      <a:pt x="85" y="5"/>
                      <a:pt x="87" y="2"/>
                    </a:cubicBezTo>
                    <a:cubicBezTo>
                      <a:pt x="89" y="2"/>
                      <a:pt x="91" y="2"/>
                      <a:pt x="93" y="2"/>
                    </a:cubicBezTo>
                    <a:cubicBezTo>
                      <a:pt x="96" y="16"/>
                      <a:pt x="100" y="30"/>
                      <a:pt x="103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Freeform 27"/>
              <p:cNvSpPr>
                <a:spLocks noEditPoints="1"/>
              </p:cNvSpPr>
              <p:nvPr/>
            </p:nvSpPr>
            <p:spPr bwMode="auto">
              <a:xfrm>
                <a:off x="4616246" y="3887973"/>
                <a:ext cx="323584" cy="384457"/>
              </a:xfrm>
              <a:custGeom>
                <a:avLst/>
                <a:gdLst>
                  <a:gd name="T0" fmla="*/ 33 w 113"/>
                  <a:gd name="T1" fmla="*/ 78 h 135"/>
                  <a:gd name="T2" fmla="*/ 33 w 113"/>
                  <a:gd name="T3" fmla="*/ 82 h 135"/>
                  <a:gd name="T4" fmla="*/ 33 w 113"/>
                  <a:gd name="T5" fmla="*/ 114 h 135"/>
                  <a:gd name="T6" fmla="*/ 33 w 113"/>
                  <a:gd name="T7" fmla="*/ 118 h 135"/>
                  <a:gd name="T8" fmla="*/ 43 w 113"/>
                  <a:gd name="T9" fmla="*/ 128 h 135"/>
                  <a:gd name="T10" fmla="*/ 49 w 113"/>
                  <a:gd name="T11" fmla="*/ 128 h 135"/>
                  <a:gd name="T12" fmla="*/ 49 w 113"/>
                  <a:gd name="T13" fmla="*/ 135 h 135"/>
                  <a:gd name="T14" fmla="*/ 0 w 113"/>
                  <a:gd name="T15" fmla="*/ 135 h 135"/>
                  <a:gd name="T16" fmla="*/ 0 w 113"/>
                  <a:gd name="T17" fmla="*/ 128 h 135"/>
                  <a:gd name="T18" fmla="*/ 8 w 113"/>
                  <a:gd name="T19" fmla="*/ 127 h 135"/>
                  <a:gd name="T20" fmla="*/ 15 w 113"/>
                  <a:gd name="T21" fmla="*/ 120 h 135"/>
                  <a:gd name="T22" fmla="*/ 15 w 113"/>
                  <a:gd name="T23" fmla="*/ 114 h 135"/>
                  <a:gd name="T24" fmla="*/ 15 w 113"/>
                  <a:gd name="T25" fmla="*/ 21 h 135"/>
                  <a:gd name="T26" fmla="*/ 15 w 113"/>
                  <a:gd name="T27" fmla="*/ 14 h 135"/>
                  <a:gd name="T28" fmla="*/ 9 w 113"/>
                  <a:gd name="T29" fmla="*/ 9 h 135"/>
                  <a:gd name="T30" fmla="*/ 0 w 113"/>
                  <a:gd name="T31" fmla="*/ 8 h 135"/>
                  <a:gd name="T32" fmla="*/ 0 w 113"/>
                  <a:gd name="T33" fmla="*/ 1 h 135"/>
                  <a:gd name="T34" fmla="*/ 4 w 113"/>
                  <a:gd name="T35" fmla="*/ 0 h 135"/>
                  <a:gd name="T36" fmla="*/ 56 w 113"/>
                  <a:gd name="T37" fmla="*/ 0 h 135"/>
                  <a:gd name="T38" fmla="*/ 73 w 113"/>
                  <a:gd name="T39" fmla="*/ 1 h 135"/>
                  <a:gd name="T40" fmla="*/ 106 w 113"/>
                  <a:gd name="T41" fmla="*/ 50 h 135"/>
                  <a:gd name="T42" fmla="*/ 78 w 113"/>
                  <a:gd name="T43" fmla="*/ 76 h 135"/>
                  <a:gd name="T44" fmla="*/ 55 w 113"/>
                  <a:gd name="T45" fmla="*/ 78 h 135"/>
                  <a:gd name="T46" fmla="*/ 33 w 113"/>
                  <a:gd name="T47" fmla="*/ 78 h 135"/>
                  <a:gd name="T48" fmla="*/ 33 w 113"/>
                  <a:gd name="T49" fmla="*/ 68 h 135"/>
                  <a:gd name="T50" fmla="*/ 67 w 113"/>
                  <a:gd name="T51" fmla="*/ 67 h 135"/>
                  <a:gd name="T52" fmla="*/ 85 w 113"/>
                  <a:gd name="T53" fmla="*/ 52 h 135"/>
                  <a:gd name="T54" fmla="*/ 87 w 113"/>
                  <a:gd name="T55" fmla="*/ 29 h 135"/>
                  <a:gd name="T56" fmla="*/ 66 w 113"/>
                  <a:gd name="T57" fmla="*/ 11 h 135"/>
                  <a:gd name="T58" fmla="*/ 34 w 113"/>
                  <a:gd name="T59" fmla="*/ 11 h 135"/>
                  <a:gd name="T60" fmla="*/ 33 w 113"/>
                  <a:gd name="T61" fmla="*/ 11 h 135"/>
                  <a:gd name="T62" fmla="*/ 33 w 113"/>
                  <a:gd name="T63" fmla="*/ 68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3" h="135">
                    <a:moveTo>
                      <a:pt x="33" y="78"/>
                    </a:moveTo>
                    <a:cubicBezTo>
                      <a:pt x="33" y="80"/>
                      <a:pt x="33" y="81"/>
                      <a:pt x="33" y="82"/>
                    </a:cubicBezTo>
                    <a:cubicBezTo>
                      <a:pt x="33" y="93"/>
                      <a:pt x="33" y="103"/>
                      <a:pt x="33" y="114"/>
                    </a:cubicBezTo>
                    <a:cubicBezTo>
                      <a:pt x="33" y="115"/>
                      <a:pt x="33" y="117"/>
                      <a:pt x="33" y="118"/>
                    </a:cubicBezTo>
                    <a:cubicBezTo>
                      <a:pt x="34" y="125"/>
                      <a:pt x="35" y="127"/>
                      <a:pt x="43" y="128"/>
                    </a:cubicBezTo>
                    <a:cubicBezTo>
                      <a:pt x="45" y="128"/>
                      <a:pt x="47" y="128"/>
                      <a:pt x="49" y="128"/>
                    </a:cubicBezTo>
                    <a:cubicBezTo>
                      <a:pt x="49" y="130"/>
                      <a:pt x="49" y="133"/>
                      <a:pt x="49" y="135"/>
                    </a:cubicBezTo>
                    <a:cubicBezTo>
                      <a:pt x="33" y="135"/>
                      <a:pt x="16" y="135"/>
                      <a:pt x="0" y="135"/>
                    </a:cubicBezTo>
                    <a:cubicBezTo>
                      <a:pt x="0" y="133"/>
                      <a:pt x="0" y="131"/>
                      <a:pt x="0" y="128"/>
                    </a:cubicBezTo>
                    <a:cubicBezTo>
                      <a:pt x="2" y="128"/>
                      <a:pt x="5" y="128"/>
                      <a:pt x="8" y="127"/>
                    </a:cubicBezTo>
                    <a:cubicBezTo>
                      <a:pt x="13" y="126"/>
                      <a:pt x="14" y="125"/>
                      <a:pt x="15" y="120"/>
                    </a:cubicBezTo>
                    <a:cubicBezTo>
                      <a:pt x="15" y="118"/>
                      <a:pt x="15" y="116"/>
                      <a:pt x="15" y="114"/>
                    </a:cubicBezTo>
                    <a:cubicBezTo>
                      <a:pt x="16" y="83"/>
                      <a:pt x="16" y="52"/>
                      <a:pt x="15" y="21"/>
                    </a:cubicBezTo>
                    <a:cubicBezTo>
                      <a:pt x="15" y="19"/>
                      <a:pt x="15" y="16"/>
                      <a:pt x="15" y="14"/>
                    </a:cubicBezTo>
                    <a:cubicBezTo>
                      <a:pt x="14" y="11"/>
                      <a:pt x="12" y="9"/>
                      <a:pt x="9" y="9"/>
                    </a:cubicBezTo>
                    <a:cubicBezTo>
                      <a:pt x="6" y="8"/>
                      <a:pt x="3" y="8"/>
                      <a:pt x="0" y="8"/>
                    </a:cubicBezTo>
                    <a:cubicBezTo>
                      <a:pt x="0" y="5"/>
                      <a:pt x="0" y="3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21" y="0"/>
                      <a:pt x="39" y="0"/>
                      <a:pt x="56" y="0"/>
                    </a:cubicBezTo>
                    <a:cubicBezTo>
                      <a:pt x="62" y="0"/>
                      <a:pt x="68" y="1"/>
                      <a:pt x="73" y="1"/>
                    </a:cubicBezTo>
                    <a:cubicBezTo>
                      <a:pt x="98" y="4"/>
                      <a:pt x="113" y="26"/>
                      <a:pt x="106" y="50"/>
                    </a:cubicBezTo>
                    <a:cubicBezTo>
                      <a:pt x="102" y="64"/>
                      <a:pt x="93" y="73"/>
                      <a:pt x="78" y="76"/>
                    </a:cubicBezTo>
                    <a:cubicBezTo>
                      <a:pt x="70" y="77"/>
                      <a:pt x="63" y="77"/>
                      <a:pt x="55" y="78"/>
                    </a:cubicBezTo>
                    <a:cubicBezTo>
                      <a:pt x="48" y="78"/>
                      <a:pt x="41" y="78"/>
                      <a:pt x="33" y="78"/>
                    </a:cubicBezTo>
                    <a:close/>
                    <a:moveTo>
                      <a:pt x="33" y="68"/>
                    </a:moveTo>
                    <a:cubicBezTo>
                      <a:pt x="45" y="67"/>
                      <a:pt x="56" y="68"/>
                      <a:pt x="67" y="67"/>
                    </a:cubicBezTo>
                    <a:cubicBezTo>
                      <a:pt x="76" y="66"/>
                      <a:pt x="82" y="60"/>
                      <a:pt x="85" y="52"/>
                    </a:cubicBezTo>
                    <a:cubicBezTo>
                      <a:pt x="89" y="45"/>
                      <a:pt x="89" y="37"/>
                      <a:pt x="87" y="29"/>
                    </a:cubicBezTo>
                    <a:cubicBezTo>
                      <a:pt x="84" y="19"/>
                      <a:pt x="78" y="12"/>
                      <a:pt x="66" y="11"/>
                    </a:cubicBezTo>
                    <a:cubicBezTo>
                      <a:pt x="56" y="11"/>
                      <a:pt x="45" y="11"/>
                      <a:pt x="34" y="11"/>
                    </a:cubicBezTo>
                    <a:cubicBezTo>
                      <a:pt x="34" y="11"/>
                      <a:pt x="34" y="11"/>
                      <a:pt x="33" y="11"/>
                    </a:cubicBezTo>
                    <a:cubicBezTo>
                      <a:pt x="33" y="30"/>
                      <a:pt x="33" y="48"/>
                      <a:pt x="33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Freeform 29"/>
              <p:cNvSpPr/>
              <p:nvPr/>
            </p:nvSpPr>
            <p:spPr bwMode="auto">
              <a:xfrm>
                <a:off x="6858909" y="3891177"/>
                <a:ext cx="381253" cy="394068"/>
              </a:xfrm>
              <a:custGeom>
                <a:avLst/>
                <a:gdLst>
                  <a:gd name="T0" fmla="*/ 49 w 133"/>
                  <a:gd name="T1" fmla="*/ 0 h 138"/>
                  <a:gd name="T2" fmla="*/ 49 w 133"/>
                  <a:gd name="T3" fmla="*/ 7 h 138"/>
                  <a:gd name="T4" fmla="*/ 41 w 133"/>
                  <a:gd name="T5" fmla="*/ 8 h 138"/>
                  <a:gd name="T6" fmla="*/ 34 w 133"/>
                  <a:gd name="T7" fmla="*/ 15 h 138"/>
                  <a:gd name="T8" fmla="*/ 33 w 133"/>
                  <a:gd name="T9" fmla="*/ 23 h 138"/>
                  <a:gd name="T10" fmla="*/ 33 w 133"/>
                  <a:gd name="T11" fmla="*/ 83 h 138"/>
                  <a:gd name="T12" fmla="*/ 34 w 133"/>
                  <a:gd name="T13" fmla="*/ 96 h 138"/>
                  <a:gd name="T14" fmla="*/ 60 w 133"/>
                  <a:gd name="T15" fmla="*/ 124 h 138"/>
                  <a:gd name="T16" fmla="*/ 100 w 133"/>
                  <a:gd name="T17" fmla="*/ 110 h 138"/>
                  <a:gd name="T18" fmla="*/ 106 w 133"/>
                  <a:gd name="T19" fmla="*/ 94 h 138"/>
                  <a:gd name="T20" fmla="*/ 107 w 133"/>
                  <a:gd name="T21" fmla="*/ 80 h 138"/>
                  <a:gd name="T22" fmla="*/ 107 w 133"/>
                  <a:gd name="T23" fmla="*/ 24 h 138"/>
                  <a:gd name="T24" fmla="*/ 106 w 133"/>
                  <a:gd name="T25" fmla="*/ 15 h 138"/>
                  <a:gd name="T26" fmla="*/ 97 w 133"/>
                  <a:gd name="T27" fmla="*/ 8 h 138"/>
                  <a:gd name="T28" fmla="*/ 91 w 133"/>
                  <a:gd name="T29" fmla="*/ 7 h 138"/>
                  <a:gd name="T30" fmla="*/ 91 w 133"/>
                  <a:gd name="T31" fmla="*/ 0 h 138"/>
                  <a:gd name="T32" fmla="*/ 133 w 133"/>
                  <a:gd name="T33" fmla="*/ 0 h 138"/>
                  <a:gd name="T34" fmla="*/ 133 w 133"/>
                  <a:gd name="T35" fmla="*/ 7 h 138"/>
                  <a:gd name="T36" fmla="*/ 126 w 133"/>
                  <a:gd name="T37" fmla="*/ 8 h 138"/>
                  <a:gd name="T38" fmla="*/ 118 w 133"/>
                  <a:gd name="T39" fmla="*/ 15 h 138"/>
                  <a:gd name="T40" fmla="*/ 118 w 133"/>
                  <a:gd name="T41" fmla="*/ 25 h 138"/>
                  <a:gd name="T42" fmla="*/ 117 w 133"/>
                  <a:gd name="T43" fmla="*/ 88 h 138"/>
                  <a:gd name="T44" fmla="*/ 114 w 133"/>
                  <a:gd name="T45" fmla="*/ 105 h 138"/>
                  <a:gd name="T46" fmla="*/ 74 w 133"/>
                  <a:gd name="T47" fmla="*/ 136 h 138"/>
                  <a:gd name="T48" fmla="*/ 35 w 133"/>
                  <a:gd name="T49" fmla="*/ 127 h 138"/>
                  <a:gd name="T50" fmla="*/ 17 w 133"/>
                  <a:gd name="T51" fmla="*/ 96 h 138"/>
                  <a:gd name="T52" fmla="*/ 16 w 133"/>
                  <a:gd name="T53" fmla="*/ 83 h 138"/>
                  <a:gd name="T54" fmla="*/ 16 w 133"/>
                  <a:gd name="T55" fmla="*/ 25 h 138"/>
                  <a:gd name="T56" fmla="*/ 16 w 133"/>
                  <a:gd name="T57" fmla="*/ 15 h 138"/>
                  <a:gd name="T58" fmla="*/ 8 w 133"/>
                  <a:gd name="T59" fmla="*/ 8 h 138"/>
                  <a:gd name="T60" fmla="*/ 0 w 133"/>
                  <a:gd name="T61" fmla="*/ 7 h 138"/>
                  <a:gd name="T62" fmla="*/ 0 w 133"/>
                  <a:gd name="T63" fmla="*/ 0 h 138"/>
                  <a:gd name="T64" fmla="*/ 49 w 133"/>
                  <a:gd name="T65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" h="138">
                    <a:moveTo>
                      <a:pt x="49" y="0"/>
                    </a:move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1" y="8"/>
                    </a:cubicBezTo>
                    <a:cubicBezTo>
                      <a:pt x="36" y="8"/>
                      <a:pt x="34" y="10"/>
                      <a:pt x="34" y="15"/>
                    </a:cubicBezTo>
                    <a:cubicBezTo>
                      <a:pt x="33" y="17"/>
                      <a:pt x="33" y="20"/>
                      <a:pt x="33" y="23"/>
                    </a:cubicBezTo>
                    <a:cubicBezTo>
                      <a:pt x="33" y="43"/>
                      <a:pt x="33" y="63"/>
                      <a:pt x="33" y="83"/>
                    </a:cubicBezTo>
                    <a:cubicBezTo>
                      <a:pt x="33" y="87"/>
                      <a:pt x="33" y="92"/>
                      <a:pt x="34" y="96"/>
                    </a:cubicBezTo>
                    <a:cubicBezTo>
                      <a:pt x="36" y="112"/>
                      <a:pt x="46" y="120"/>
                      <a:pt x="60" y="124"/>
                    </a:cubicBezTo>
                    <a:cubicBezTo>
                      <a:pt x="76" y="128"/>
                      <a:pt x="89" y="123"/>
                      <a:pt x="100" y="110"/>
                    </a:cubicBezTo>
                    <a:cubicBezTo>
                      <a:pt x="104" y="106"/>
                      <a:pt x="105" y="100"/>
                      <a:pt x="106" y="94"/>
                    </a:cubicBezTo>
                    <a:cubicBezTo>
                      <a:pt x="106" y="90"/>
                      <a:pt x="106" y="85"/>
                      <a:pt x="107" y="80"/>
                    </a:cubicBezTo>
                    <a:cubicBezTo>
                      <a:pt x="107" y="62"/>
                      <a:pt x="107" y="43"/>
                      <a:pt x="107" y="24"/>
                    </a:cubicBezTo>
                    <a:cubicBezTo>
                      <a:pt x="107" y="21"/>
                      <a:pt x="106" y="18"/>
                      <a:pt x="106" y="15"/>
                    </a:cubicBezTo>
                    <a:cubicBezTo>
                      <a:pt x="105" y="10"/>
                      <a:pt x="103" y="8"/>
                      <a:pt x="97" y="8"/>
                    </a:cubicBezTo>
                    <a:cubicBezTo>
                      <a:pt x="95" y="7"/>
                      <a:pt x="93" y="7"/>
                      <a:pt x="91" y="7"/>
                    </a:cubicBezTo>
                    <a:cubicBezTo>
                      <a:pt x="91" y="4"/>
                      <a:pt x="91" y="2"/>
                      <a:pt x="91" y="0"/>
                    </a:cubicBezTo>
                    <a:cubicBezTo>
                      <a:pt x="105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1" y="7"/>
                      <a:pt x="128" y="7"/>
                      <a:pt x="126" y="8"/>
                    </a:cubicBezTo>
                    <a:cubicBezTo>
                      <a:pt x="121" y="8"/>
                      <a:pt x="119" y="11"/>
                      <a:pt x="118" y="15"/>
                    </a:cubicBezTo>
                    <a:cubicBezTo>
                      <a:pt x="118" y="18"/>
                      <a:pt x="118" y="22"/>
                      <a:pt x="118" y="25"/>
                    </a:cubicBezTo>
                    <a:cubicBezTo>
                      <a:pt x="117" y="46"/>
                      <a:pt x="118" y="67"/>
                      <a:pt x="117" y="88"/>
                    </a:cubicBezTo>
                    <a:cubicBezTo>
                      <a:pt x="117" y="94"/>
                      <a:pt x="116" y="99"/>
                      <a:pt x="114" y="105"/>
                    </a:cubicBezTo>
                    <a:cubicBezTo>
                      <a:pt x="108" y="124"/>
                      <a:pt x="94" y="134"/>
                      <a:pt x="74" y="136"/>
                    </a:cubicBezTo>
                    <a:cubicBezTo>
                      <a:pt x="60" y="138"/>
                      <a:pt x="47" y="135"/>
                      <a:pt x="35" y="127"/>
                    </a:cubicBezTo>
                    <a:cubicBezTo>
                      <a:pt x="24" y="120"/>
                      <a:pt x="18" y="109"/>
                      <a:pt x="17" y="96"/>
                    </a:cubicBezTo>
                    <a:cubicBezTo>
                      <a:pt x="16" y="92"/>
                      <a:pt x="16" y="87"/>
                      <a:pt x="16" y="83"/>
                    </a:cubicBezTo>
                    <a:cubicBezTo>
                      <a:pt x="16" y="64"/>
                      <a:pt x="16" y="45"/>
                      <a:pt x="16" y="25"/>
                    </a:cubicBezTo>
                    <a:cubicBezTo>
                      <a:pt x="16" y="22"/>
                      <a:pt x="16" y="18"/>
                      <a:pt x="16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Freeform 30"/>
              <p:cNvSpPr/>
              <p:nvPr/>
            </p:nvSpPr>
            <p:spPr bwMode="auto">
              <a:xfrm>
                <a:off x="7832866" y="3891177"/>
                <a:ext cx="378049" cy="390864"/>
              </a:xfrm>
              <a:custGeom>
                <a:avLst/>
                <a:gdLst>
                  <a:gd name="T0" fmla="*/ 73 w 133"/>
                  <a:gd name="T1" fmla="*/ 137 h 137"/>
                  <a:gd name="T2" fmla="*/ 64 w 133"/>
                  <a:gd name="T3" fmla="*/ 137 h 137"/>
                  <a:gd name="T4" fmla="*/ 58 w 133"/>
                  <a:gd name="T5" fmla="*/ 133 h 137"/>
                  <a:gd name="T6" fmla="*/ 39 w 133"/>
                  <a:gd name="T7" fmla="*/ 80 h 137"/>
                  <a:gd name="T8" fmla="*/ 17 w 133"/>
                  <a:gd name="T9" fmla="*/ 23 h 137"/>
                  <a:gd name="T10" fmla="*/ 13 w 133"/>
                  <a:gd name="T11" fmla="*/ 14 h 137"/>
                  <a:gd name="T12" fmla="*/ 4 w 133"/>
                  <a:gd name="T13" fmla="*/ 7 h 137"/>
                  <a:gd name="T14" fmla="*/ 0 w 133"/>
                  <a:gd name="T15" fmla="*/ 7 h 137"/>
                  <a:gd name="T16" fmla="*/ 0 w 133"/>
                  <a:gd name="T17" fmla="*/ 0 h 137"/>
                  <a:gd name="T18" fmla="*/ 47 w 133"/>
                  <a:gd name="T19" fmla="*/ 0 h 137"/>
                  <a:gd name="T20" fmla="*/ 47 w 133"/>
                  <a:gd name="T21" fmla="*/ 7 h 137"/>
                  <a:gd name="T22" fmla="*/ 39 w 133"/>
                  <a:gd name="T23" fmla="*/ 8 h 137"/>
                  <a:gd name="T24" fmla="*/ 34 w 133"/>
                  <a:gd name="T25" fmla="*/ 15 h 137"/>
                  <a:gd name="T26" fmla="*/ 35 w 133"/>
                  <a:gd name="T27" fmla="*/ 20 h 137"/>
                  <a:gd name="T28" fmla="*/ 68 w 133"/>
                  <a:gd name="T29" fmla="*/ 112 h 137"/>
                  <a:gd name="T30" fmla="*/ 70 w 133"/>
                  <a:gd name="T31" fmla="*/ 116 h 137"/>
                  <a:gd name="T32" fmla="*/ 72 w 133"/>
                  <a:gd name="T33" fmla="*/ 113 h 137"/>
                  <a:gd name="T34" fmla="*/ 106 w 133"/>
                  <a:gd name="T35" fmla="*/ 18 h 137"/>
                  <a:gd name="T36" fmla="*/ 106 w 133"/>
                  <a:gd name="T37" fmla="*/ 16 h 137"/>
                  <a:gd name="T38" fmla="*/ 101 w 133"/>
                  <a:gd name="T39" fmla="*/ 7 h 137"/>
                  <a:gd name="T40" fmla="*/ 94 w 133"/>
                  <a:gd name="T41" fmla="*/ 7 h 137"/>
                  <a:gd name="T42" fmla="*/ 94 w 133"/>
                  <a:gd name="T43" fmla="*/ 0 h 137"/>
                  <a:gd name="T44" fmla="*/ 133 w 133"/>
                  <a:gd name="T45" fmla="*/ 0 h 137"/>
                  <a:gd name="T46" fmla="*/ 133 w 133"/>
                  <a:gd name="T47" fmla="*/ 7 h 137"/>
                  <a:gd name="T48" fmla="*/ 130 w 133"/>
                  <a:gd name="T49" fmla="*/ 7 h 137"/>
                  <a:gd name="T50" fmla="*/ 119 w 133"/>
                  <a:gd name="T51" fmla="*/ 16 h 137"/>
                  <a:gd name="T52" fmla="*/ 110 w 133"/>
                  <a:gd name="T53" fmla="*/ 38 h 137"/>
                  <a:gd name="T54" fmla="*/ 74 w 133"/>
                  <a:gd name="T55" fmla="*/ 133 h 137"/>
                  <a:gd name="T56" fmla="*/ 73 w 133"/>
                  <a:gd name="T57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3" h="137">
                    <a:moveTo>
                      <a:pt x="73" y="137"/>
                    </a:moveTo>
                    <a:cubicBezTo>
                      <a:pt x="69" y="137"/>
                      <a:pt x="66" y="137"/>
                      <a:pt x="64" y="137"/>
                    </a:cubicBezTo>
                    <a:cubicBezTo>
                      <a:pt x="61" y="137"/>
                      <a:pt x="59" y="136"/>
                      <a:pt x="58" y="133"/>
                    </a:cubicBezTo>
                    <a:cubicBezTo>
                      <a:pt x="52" y="115"/>
                      <a:pt x="45" y="98"/>
                      <a:pt x="39" y="80"/>
                    </a:cubicBezTo>
                    <a:cubicBezTo>
                      <a:pt x="31" y="61"/>
                      <a:pt x="24" y="42"/>
                      <a:pt x="17" y="23"/>
                    </a:cubicBezTo>
                    <a:cubicBezTo>
                      <a:pt x="16" y="20"/>
                      <a:pt x="15" y="17"/>
                      <a:pt x="13" y="14"/>
                    </a:cubicBezTo>
                    <a:cubicBezTo>
                      <a:pt x="11" y="10"/>
                      <a:pt x="8" y="8"/>
                      <a:pt x="4" y="7"/>
                    </a:cubicBezTo>
                    <a:cubicBezTo>
                      <a:pt x="3" y="7"/>
                      <a:pt x="2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7" y="2"/>
                      <a:pt x="47" y="4"/>
                      <a:pt x="47" y="7"/>
                    </a:cubicBezTo>
                    <a:cubicBezTo>
                      <a:pt x="44" y="7"/>
                      <a:pt x="42" y="7"/>
                      <a:pt x="39" y="8"/>
                    </a:cubicBezTo>
                    <a:cubicBezTo>
                      <a:pt x="34" y="8"/>
                      <a:pt x="33" y="10"/>
                      <a:pt x="34" y="15"/>
                    </a:cubicBezTo>
                    <a:cubicBezTo>
                      <a:pt x="34" y="17"/>
                      <a:pt x="35" y="19"/>
                      <a:pt x="35" y="20"/>
                    </a:cubicBezTo>
                    <a:cubicBezTo>
                      <a:pt x="46" y="51"/>
                      <a:pt x="57" y="81"/>
                      <a:pt x="68" y="112"/>
                    </a:cubicBezTo>
                    <a:cubicBezTo>
                      <a:pt x="69" y="113"/>
                      <a:pt x="69" y="114"/>
                      <a:pt x="70" y="116"/>
                    </a:cubicBezTo>
                    <a:cubicBezTo>
                      <a:pt x="71" y="114"/>
                      <a:pt x="71" y="113"/>
                      <a:pt x="72" y="113"/>
                    </a:cubicBezTo>
                    <a:cubicBezTo>
                      <a:pt x="83" y="81"/>
                      <a:pt x="94" y="50"/>
                      <a:pt x="106" y="18"/>
                    </a:cubicBezTo>
                    <a:cubicBezTo>
                      <a:pt x="106" y="17"/>
                      <a:pt x="106" y="17"/>
                      <a:pt x="106" y="16"/>
                    </a:cubicBezTo>
                    <a:cubicBezTo>
                      <a:pt x="107" y="10"/>
                      <a:pt x="106" y="8"/>
                      <a:pt x="101" y="7"/>
                    </a:cubicBezTo>
                    <a:cubicBezTo>
                      <a:pt x="98" y="7"/>
                      <a:pt x="96" y="7"/>
                      <a:pt x="94" y="7"/>
                    </a:cubicBezTo>
                    <a:cubicBezTo>
                      <a:pt x="94" y="4"/>
                      <a:pt x="94" y="2"/>
                      <a:pt x="94" y="0"/>
                    </a:cubicBezTo>
                    <a:cubicBezTo>
                      <a:pt x="106" y="0"/>
                      <a:pt x="119" y="0"/>
                      <a:pt x="133" y="0"/>
                    </a:cubicBezTo>
                    <a:cubicBezTo>
                      <a:pt x="133" y="2"/>
                      <a:pt x="133" y="4"/>
                      <a:pt x="133" y="7"/>
                    </a:cubicBezTo>
                    <a:cubicBezTo>
                      <a:pt x="132" y="7"/>
                      <a:pt x="131" y="7"/>
                      <a:pt x="130" y="7"/>
                    </a:cubicBezTo>
                    <a:cubicBezTo>
                      <a:pt x="124" y="8"/>
                      <a:pt x="121" y="11"/>
                      <a:pt x="119" y="16"/>
                    </a:cubicBezTo>
                    <a:cubicBezTo>
                      <a:pt x="116" y="24"/>
                      <a:pt x="113" y="31"/>
                      <a:pt x="110" y="38"/>
                    </a:cubicBezTo>
                    <a:cubicBezTo>
                      <a:pt x="98" y="70"/>
                      <a:pt x="86" y="101"/>
                      <a:pt x="74" y="133"/>
                    </a:cubicBezTo>
                    <a:cubicBezTo>
                      <a:pt x="74" y="134"/>
                      <a:pt x="73" y="135"/>
                      <a:pt x="73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1"/>
              <p:cNvSpPr/>
              <p:nvPr/>
            </p:nvSpPr>
            <p:spPr bwMode="auto">
              <a:xfrm>
                <a:off x="9844855" y="3891177"/>
                <a:ext cx="342807" cy="384457"/>
              </a:xfrm>
              <a:custGeom>
                <a:avLst/>
                <a:gdLst>
                  <a:gd name="T0" fmla="*/ 85 w 120"/>
                  <a:gd name="T1" fmla="*/ 127 h 135"/>
                  <a:gd name="T2" fmla="*/ 85 w 120"/>
                  <a:gd name="T3" fmla="*/ 134 h 135"/>
                  <a:gd name="T4" fmla="*/ 35 w 120"/>
                  <a:gd name="T5" fmla="*/ 134 h 135"/>
                  <a:gd name="T6" fmla="*/ 35 w 120"/>
                  <a:gd name="T7" fmla="*/ 127 h 135"/>
                  <a:gd name="T8" fmla="*/ 44 w 120"/>
                  <a:gd name="T9" fmla="*/ 126 h 135"/>
                  <a:gd name="T10" fmla="*/ 50 w 120"/>
                  <a:gd name="T11" fmla="*/ 120 h 135"/>
                  <a:gd name="T12" fmla="*/ 51 w 120"/>
                  <a:gd name="T13" fmla="*/ 113 h 135"/>
                  <a:gd name="T14" fmla="*/ 51 w 120"/>
                  <a:gd name="T15" fmla="*/ 85 h 135"/>
                  <a:gd name="T16" fmla="*/ 50 w 120"/>
                  <a:gd name="T17" fmla="*/ 79 h 135"/>
                  <a:gd name="T18" fmla="*/ 17 w 120"/>
                  <a:gd name="T19" fmla="*/ 19 h 135"/>
                  <a:gd name="T20" fmla="*/ 15 w 120"/>
                  <a:gd name="T21" fmla="*/ 15 h 135"/>
                  <a:gd name="T22" fmla="*/ 3 w 120"/>
                  <a:gd name="T23" fmla="*/ 7 h 135"/>
                  <a:gd name="T24" fmla="*/ 0 w 120"/>
                  <a:gd name="T25" fmla="*/ 7 h 135"/>
                  <a:gd name="T26" fmla="*/ 0 w 120"/>
                  <a:gd name="T27" fmla="*/ 0 h 135"/>
                  <a:gd name="T28" fmla="*/ 48 w 120"/>
                  <a:gd name="T29" fmla="*/ 0 h 135"/>
                  <a:gd name="T30" fmla="*/ 48 w 120"/>
                  <a:gd name="T31" fmla="*/ 7 h 135"/>
                  <a:gd name="T32" fmla="*/ 40 w 120"/>
                  <a:gd name="T33" fmla="*/ 7 h 135"/>
                  <a:gd name="T34" fmla="*/ 36 w 120"/>
                  <a:gd name="T35" fmla="*/ 14 h 135"/>
                  <a:gd name="T36" fmla="*/ 37 w 120"/>
                  <a:gd name="T37" fmla="*/ 18 h 135"/>
                  <a:gd name="T38" fmla="*/ 61 w 120"/>
                  <a:gd name="T39" fmla="*/ 64 h 135"/>
                  <a:gd name="T40" fmla="*/ 63 w 120"/>
                  <a:gd name="T41" fmla="*/ 68 h 135"/>
                  <a:gd name="T42" fmla="*/ 66 w 120"/>
                  <a:gd name="T43" fmla="*/ 64 h 135"/>
                  <a:gd name="T44" fmla="*/ 91 w 120"/>
                  <a:gd name="T45" fmla="*/ 18 h 135"/>
                  <a:gd name="T46" fmla="*/ 93 w 120"/>
                  <a:gd name="T47" fmla="*/ 12 h 135"/>
                  <a:gd name="T48" fmla="*/ 90 w 120"/>
                  <a:gd name="T49" fmla="*/ 8 h 135"/>
                  <a:gd name="T50" fmla="*/ 81 w 120"/>
                  <a:gd name="T51" fmla="*/ 7 h 135"/>
                  <a:gd name="T52" fmla="*/ 81 w 120"/>
                  <a:gd name="T53" fmla="*/ 0 h 135"/>
                  <a:gd name="T54" fmla="*/ 120 w 120"/>
                  <a:gd name="T55" fmla="*/ 0 h 135"/>
                  <a:gd name="T56" fmla="*/ 120 w 120"/>
                  <a:gd name="T57" fmla="*/ 7 h 135"/>
                  <a:gd name="T58" fmla="*/ 115 w 120"/>
                  <a:gd name="T59" fmla="*/ 8 h 135"/>
                  <a:gd name="T60" fmla="*/ 108 w 120"/>
                  <a:gd name="T61" fmla="*/ 12 h 135"/>
                  <a:gd name="T62" fmla="*/ 103 w 120"/>
                  <a:gd name="T63" fmla="*/ 19 h 135"/>
                  <a:gd name="T64" fmla="*/ 71 w 120"/>
                  <a:gd name="T65" fmla="*/ 75 h 135"/>
                  <a:gd name="T66" fmla="*/ 69 w 120"/>
                  <a:gd name="T67" fmla="*/ 82 h 135"/>
                  <a:gd name="T68" fmla="*/ 69 w 120"/>
                  <a:gd name="T69" fmla="*/ 111 h 135"/>
                  <a:gd name="T70" fmla="*/ 69 w 120"/>
                  <a:gd name="T71" fmla="*/ 118 h 135"/>
                  <a:gd name="T72" fmla="*/ 77 w 120"/>
                  <a:gd name="T73" fmla="*/ 126 h 135"/>
                  <a:gd name="T74" fmla="*/ 85 w 120"/>
                  <a:gd name="T75" fmla="*/ 12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0" h="135">
                    <a:moveTo>
                      <a:pt x="85" y="127"/>
                    </a:moveTo>
                    <a:cubicBezTo>
                      <a:pt x="85" y="130"/>
                      <a:pt x="85" y="132"/>
                      <a:pt x="85" y="134"/>
                    </a:cubicBezTo>
                    <a:cubicBezTo>
                      <a:pt x="81" y="135"/>
                      <a:pt x="44" y="135"/>
                      <a:pt x="35" y="134"/>
                    </a:cubicBezTo>
                    <a:cubicBezTo>
                      <a:pt x="35" y="132"/>
                      <a:pt x="35" y="130"/>
                      <a:pt x="35" y="127"/>
                    </a:cubicBezTo>
                    <a:cubicBezTo>
                      <a:pt x="38" y="127"/>
                      <a:pt x="41" y="126"/>
                      <a:pt x="44" y="126"/>
                    </a:cubicBezTo>
                    <a:cubicBezTo>
                      <a:pt x="48" y="126"/>
                      <a:pt x="50" y="124"/>
                      <a:pt x="50" y="120"/>
                    </a:cubicBezTo>
                    <a:cubicBezTo>
                      <a:pt x="51" y="118"/>
                      <a:pt x="51" y="115"/>
                      <a:pt x="51" y="113"/>
                    </a:cubicBezTo>
                    <a:cubicBezTo>
                      <a:pt x="51" y="104"/>
                      <a:pt x="51" y="95"/>
                      <a:pt x="51" y="85"/>
                    </a:cubicBezTo>
                    <a:cubicBezTo>
                      <a:pt x="51" y="83"/>
                      <a:pt x="51" y="81"/>
                      <a:pt x="50" y="79"/>
                    </a:cubicBezTo>
                    <a:cubicBezTo>
                      <a:pt x="39" y="59"/>
                      <a:pt x="28" y="39"/>
                      <a:pt x="17" y="19"/>
                    </a:cubicBezTo>
                    <a:cubicBezTo>
                      <a:pt x="16" y="17"/>
                      <a:pt x="15" y="16"/>
                      <a:pt x="15" y="15"/>
                    </a:cubicBezTo>
                    <a:cubicBezTo>
                      <a:pt x="12" y="10"/>
                      <a:pt x="9" y="7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1" y="0"/>
                      <a:pt x="48" y="0"/>
                    </a:cubicBezTo>
                    <a:cubicBezTo>
                      <a:pt x="48" y="2"/>
                      <a:pt x="48" y="4"/>
                      <a:pt x="48" y="7"/>
                    </a:cubicBezTo>
                    <a:cubicBezTo>
                      <a:pt x="45" y="7"/>
                      <a:pt x="42" y="7"/>
                      <a:pt x="40" y="7"/>
                    </a:cubicBezTo>
                    <a:cubicBezTo>
                      <a:pt x="35" y="8"/>
                      <a:pt x="34" y="10"/>
                      <a:pt x="36" y="14"/>
                    </a:cubicBezTo>
                    <a:cubicBezTo>
                      <a:pt x="36" y="15"/>
                      <a:pt x="37" y="17"/>
                      <a:pt x="37" y="18"/>
                    </a:cubicBezTo>
                    <a:cubicBezTo>
                      <a:pt x="45" y="33"/>
                      <a:pt x="53" y="49"/>
                      <a:pt x="61" y="64"/>
                    </a:cubicBezTo>
                    <a:cubicBezTo>
                      <a:pt x="61" y="65"/>
                      <a:pt x="62" y="66"/>
                      <a:pt x="63" y="68"/>
                    </a:cubicBezTo>
                    <a:cubicBezTo>
                      <a:pt x="64" y="66"/>
                      <a:pt x="65" y="65"/>
                      <a:pt x="66" y="64"/>
                    </a:cubicBezTo>
                    <a:cubicBezTo>
                      <a:pt x="74" y="49"/>
                      <a:pt x="82" y="34"/>
                      <a:pt x="91" y="18"/>
                    </a:cubicBezTo>
                    <a:cubicBezTo>
                      <a:pt x="92" y="16"/>
                      <a:pt x="93" y="14"/>
                      <a:pt x="93" y="12"/>
                    </a:cubicBezTo>
                    <a:cubicBezTo>
                      <a:pt x="94" y="9"/>
                      <a:pt x="93" y="8"/>
                      <a:pt x="90" y="8"/>
                    </a:cubicBezTo>
                    <a:cubicBezTo>
                      <a:pt x="87" y="7"/>
                      <a:pt x="85" y="7"/>
                      <a:pt x="81" y="7"/>
                    </a:cubicBezTo>
                    <a:cubicBezTo>
                      <a:pt x="81" y="4"/>
                      <a:pt x="81" y="2"/>
                      <a:pt x="81" y="0"/>
                    </a:cubicBezTo>
                    <a:cubicBezTo>
                      <a:pt x="94" y="0"/>
                      <a:pt x="107" y="0"/>
                      <a:pt x="120" y="0"/>
                    </a:cubicBezTo>
                    <a:cubicBezTo>
                      <a:pt x="120" y="2"/>
                      <a:pt x="120" y="4"/>
                      <a:pt x="120" y="7"/>
                    </a:cubicBezTo>
                    <a:cubicBezTo>
                      <a:pt x="119" y="7"/>
                      <a:pt x="117" y="7"/>
                      <a:pt x="115" y="8"/>
                    </a:cubicBezTo>
                    <a:cubicBezTo>
                      <a:pt x="112" y="8"/>
                      <a:pt x="109" y="9"/>
                      <a:pt x="108" y="12"/>
                    </a:cubicBezTo>
                    <a:cubicBezTo>
                      <a:pt x="106" y="14"/>
                      <a:pt x="104" y="17"/>
                      <a:pt x="103" y="19"/>
                    </a:cubicBezTo>
                    <a:cubicBezTo>
                      <a:pt x="92" y="38"/>
                      <a:pt x="81" y="56"/>
                      <a:pt x="71" y="75"/>
                    </a:cubicBezTo>
                    <a:cubicBezTo>
                      <a:pt x="69" y="77"/>
                      <a:pt x="68" y="80"/>
                      <a:pt x="69" y="82"/>
                    </a:cubicBezTo>
                    <a:cubicBezTo>
                      <a:pt x="69" y="92"/>
                      <a:pt x="69" y="102"/>
                      <a:pt x="69" y="111"/>
                    </a:cubicBezTo>
                    <a:cubicBezTo>
                      <a:pt x="69" y="114"/>
                      <a:pt x="69" y="116"/>
                      <a:pt x="69" y="118"/>
                    </a:cubicBezTo>
                    <a:cubicBezTo>
                      <a:pt x="70" y="124"/>
                      <a:pt x="71" y="125"/>
                      <a:pt x="77" y="126"/>
                    </a:cubicBezTo>
                    <a:cubicBezTo>
                      <a:pt x="80" y="126"/>
                      <a:pt x="82" y="127"/>
                      <a:pt x="85" y="1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2"/>
              <p:cNvSpPr/>
              <p:nvPr/>
            </p:nvSpPr>
            <p:spPr bwMode="auto">
              <a:xfrm>
                <a:off x="9514863" y="3878362"/>
                <a:ext cx="329992" cy="394068"/>
              </a:xfrm>
              <a:custGeom>
                <a:avLst/>
                <a:gdLst>
                  <a:gd name="T0" fmla="*/ 108 w 116"/>
                  <a:gd name="T1" fmla="*/ 42 h 139"/>
                  <a:gd name="T2" fmla="*/ 102 w 116"/>
                  <a:gd name="T3" fmla="*/ 29 h 139"/>
                  <a:gd name="T4" fmla="*/ 72 w 116"/>
                  <a:gd name="T5" fmla="*/ 14 h 139"/>
                  <a:gd name="T6" fmla="*/ 67 w 116"/>
                  <a:gd name="T7" fmla="*/ 18 h 139"/>
                  <a:gd name="T8" fmla="*/ 66 w 116"/>
                  <a:gd name="T9" fmla="*/ 24 h 139"/>
                  <a:gd name="T10" fmla="*/ 66 w 116"/>
                  <a:gd name="T11" fmla="*/ 115 h 139"/>
                  <a:gd name="T12" fmla="*/ 67 w 116"/>
                  <a:gd name="T13" fmla="*/ 123 h 139"/>
                  <a:gd name="T14" fmla="*/ 75 w 116"/>
                  <a:gd name="T15" fmla="*/ 131 h 139"/>
                  <a:gd name="T16" fmla="*/ 83 w 116"/>
                  <a:gd name="T17" fmla="*/ 132 h 139"/>
                  <a:gd name="T18" fmla="*/ 83 w 116"/>
                  <a:gd name="T19" fmla="*/ 139 h 139"/>
                  <a:gd name="T20" fmla="*/ 33 w 116"/>
                  <a:gd name="T21" fmla="*/ 139 h 139"/>
                  <a:gd name="T22" fmla="*/ 33 w 116"/>
                  <a:gd name="T23" fmla="*/ 132 h 139"/>
                  <a:gd name="T24" fmla="*/ 41 w 116"/>
                  <a:gd name="T25" fmla="*/ 131 h 139"/>
                  <a:gd name="T26" fmla="*/ 49 w 116"/>
                  <a:gd name="T27" fmla="*/ 123 h 139"/>
                  <a:gd name="T28" fmla="*/ 49 w 116"/>
                  <a:gd name="T29" fmla="*/ 118 h 139"/>
                  <a:gd name="T30" fmla="*/ 49 w 116"/>
                  <a:gd name="T31" fmla="*/ 22 h 139"/>
                  <a:gd name="T32" fmla="*/ 41 w 116"/>
                  <a:gd name="T33" fmla="*/ 14 h 139"/>
                  <a:gd name="T34" fmla="*/ 32 w 116"/>
                  <a:gd name="T35" fmla="*/ 15 h 139"/>
                  <a:gd name="T36" fmla="*/ 18 w 116"/>
                  <a:gd name="T37" fmla="*/ 23 h 139"/>
                  <a:gd name="T38" fmla="*/ 11 w 116"/>
                  <a:gd name="T39" fmla="*/ 36 h 139"/>
                  <a:gd name="T40" fmla="*/ 8 w 116"/>
                  <a:gd name="T41" fmla="*/ 42 h 139"/>
                  <a:gd name="T42" fmla="*/ 0 w 116"/>
                  <a:gd name="T43" fmla="*/ 39 h 139"/>
                  <a:gd name="T44" fmla="*/ 13 w 116"/>
                  <a:gd name="T45" fmla="*/ 0 h 139"/>
                  <a:gd name="T46" fmla="*/ 19 w 116"/>
                  <a:gd name="T47" fmla="*/ 0 h 139"/>
                  <a:gd name="T48" fmla="*/ 21 w 116"/>
                  <a:gd name="T49" fmla="*/ 4 h 139"/>
                  <a:gd name="T50" fmla="*/ 95 w 116"/>
                  <a:gd name="T51" fmla="*/ 4 h 139"/>
                  <a:gd name="T52" fmla="*/ 97 w 116"/>
                  <a:gd name="T53" fmla="*/ 0 h 139"/>
                  <a:gd name="T54" fmla="*/ 103 w 116"/>
                  <a:gd name="T55" fmla="*/ 0 h 139"/>
                  <a:gd name="T56" fmla="*/ 116 w 116"/>
                  <a:gd name="T57" fmla="*/ 39 h 139"/>
                  <a:gd name="T58" fmla="*/ 108 w 116"/>
                  <a:gd name="T59" fmla="*/ 42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6" h="139">
                    <a:moveTo>
                      <a:pt x="108" y="42"/>
                    </a:moveTo>
                    <a:cubicBezTo>
                      <a:pt x="106" y="37"/>
                      <a:pt x="104" y="33"/>
                      <a:pt x="102" y="29"/>
                    </a:cubicBezTo>
                    <a:cubicBezTo>
                      <a:pt x="96" y="17"/>
                      <a:pt x="85" y="13"/>
                      <a:pt x="72" y="14"/>
                    </a:cubicBezTo>
                    <a:cubicBezTo>
                      <a:pt x="68" y="14"/>
                      <a:pt x="67" y="15"/>
                      <a:pt x="67" y="18"/>
                    </a:cubicBezTo>
                    <a:cubicBezTo>
                      <a:pt x="66" y="20"/>
                      <a:pt x="66" y="22"/>
                      <a:pt x="66" y="24"/>
                    </a:cubicBezTo>
                    <a:cubicBezTo>
                      <a:pt x="66" y="54"/>
                      <a:pt x="66" y="85"/>
                      <a:pt x="66" y="115"/>
                    </a:cubicBezTo>
                    <a:cubicBezTo>
                      <a:pt x="66" y="118"/>
                      <a:pt x="67" y="120"/>
                      <a:pt x="67" y="123"/>
                    </a:cubicBezTo>
                    <a:cubicBezTo>
                      <a:pt x="68" y="128"/>
                      <a:pt x="70" y="130"/>
                      <a:pt x="75" y="131"/>
                    </a:cubicBezTo>
                    <a:cubicBezTo>
                      <a:pt x="78" y="131"/>
                      <a:pt x="80" y="132"/>
                      <a:pt x="83" y="132"/>
                    </a:cubicBezTo>
                    <a:cubicBezTo>
                      <a:pt x="83" y="134"/>
                      <a:pt x="83" y="137"/>
                      <a:pt x="83" y="139"/>
                    </a:cubicBezTo>
                    <a:cubicBezTo>
                      <a:pt x="66" y="139"/>
                      <a:pt x="50" y="139"/>
                      <a:pt x="33" y="139"/>
                    </a:cubicBezTo>
                    <a:cubicBezTo>
                      <a:pt x="33" y="137"/>
                      <a:pt x="33" y="135"/>
                      <a:pt x="33" y="132"/>
                    </a:cubicBezTo>
                    <a:cubicBezTo>
                      <a:pt x="36" y="132"/>
                      <a:pt x="39" y="131"/>
                      <a:pt x="41" y="131"/>
                    </a:cubicBezTo>
                    <a:cubicBezTo>
                      <a:pt x="47" y="130"/>
                      <a:pt x="49" y="128"/>
                      <a:pt x="49" y="123"/>
                    </a:cubicBezTo>
                    <a:cubicBezTo>
                      <a:pt x="49" y="121"/>
                      <a:pt x="49" y="120"/>
                      <a:pt x="49" y="118"/>
                    </a:cubicBezTo>
                    <a:cubicBezTo>
                      <a:pt x="49" y="86"/>
                      <a:pt x="49" y="54"/>
                      <a:pt x="49" y="22"/>
                    </a:cubicBezTo>
                    <a:cubicBezTo>
                      <a:pt x="49" y="14"/>
                      <a:pt x="49" y="13"/>
                      <a:pt x="41" y="14"/>
                    </a:cubicBezTo>
                    <a:cubicBezTo>
                      <a:pt x="38" y="14"/>
                      <a:pt x="35" y="14"/>
                      <a:pt x="32" y="15"/>
                    </a:cubicBezTo>
                    <a:cubicBezTo>
                      <a:pt x="26" y="16"/>
                      <a:pt x="21" y="18"/>
                      <a:pt x="18" y="23"/>
                    </a:cubicBezTo>
                    <a:cubicBezTo>
                      <a:pt x="15" y="27"/>
                      <a:pt x="13" y="32"/>
                      <a:pt x="11" y="36"/>
                    </a:cubicBezTo>
                    <a:cubicBezTo>
                      <a:pt x="10" y="38"/>
                      <a:pt x="9" y="40"/>
                      <a:pt x="8" y="42"/>
                    </a:cubicBezTo>
                    <a:cubicBezTo>
                      <a:pt x="5" y="41"/>
                      <a:pt x="3" y="40"/>
                      <a:pt x="0" y="39"/>
                    </a:cubicBezTo>
                    <a:cubicBezTo>
                      <a:pt x="5" y="26"/>
                      <a:pt x="9" y="13"/>
                      <a:pt x="13" y="0"/>
                    </a:cubicBezTo>
                    <a:cubicBezTo>
                      <a:pt x="15" y="0"/>
                      <a:pt x="17" y="0"/>
                      <a:pt x="19" y="0"/>
                    </a:cubicBezTo>
                    <a:cubicBezTo>
                      <a:pt x="20" y="1"/>
                      <a:pt x="20" y="3"/>
                      <a:pt x="21" y="4"/>
                    </a:cubicBezTo>
                    <a:cubicBezTo>
                      <a:pt x="46" y="4"/>
                      <a:pt x="70" y="4"/>
                      <a:pt x="95" y="4"/>
                    </a:cubicBezTo>
                    <a:cubicBezTo>
                      <a:pt x="95" y="3"/>
                      <a:pt x="96" y="1"/>
                      <a:pt x="97" y="0"/>
                    </a:cubicBezTo>
                    <a:cubicBezTo>
                      <a:pt x="98" y="0"/>
                      <a:pt x="100" y="0"/>
                      <a:pt x="103" y="0"/>
                    </a:cubicBezTo>
                    <a:cubicBezTo>
                      <a:pt x="107" y="13"/>
                      <a:pt x="112" y="26"/>
                      <a:pt x="116" y="39"/>
                    </a:cubicBezTo>
                    <a:cubicBezTo>
                      <a:pt x="113" y="40"/>
                      <a:pt x="111" y="41"/>
                      <a:pt x="108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3"/>
              <p:cNvSpPr/>
              <p:nvPr/>
            </p:nvSpPr>
            <p:spPr bwMode="auto">
              <a:xfrm>
                <a:off x="5715150" y="3891177"/>
                <a:ext cx="140967" cy="381253"/>
              </a:xfrm>
              <a:custGeom>
                <a:avLst/>
                <a:gdLst>
                  <a:gd name="T0" fmla="*/ 0 w 50"/>
                  <a:gd name="T1" fmla="*/ 134 h 134"/>
                  <a:gd name="T2" fmla="*/ 0 w 50"/>
                  <a:gd name="T3" fmla="*/ 127 h 134"/>
                  <a:gd name="T4" fmla="*/ 9 w 50"/>
                  <a:gd name="T5" fmla="*/ 126 h 134"/>
                  <a:gd name="T6" fmla="*/ 16 w 50"/>
                  <a:gd name="T7" fmla="*/ 119 h 134"/>
                  <a:gd name="T8" fmla="*/ 16 w 50"/>
                  <a:gd name="T9" fmla="*/ 113 h 134"/>
                  <a:gd name="T10" fmla="*/ 16 w 50"/>
                  <a:gd name="T11" fmla="*/ 21 h 134"/>
                  <a:gd name="T12" fmla="*/ 16 w 50"/>
                  <a:gd name="T13" fmla="*/ 13 h 134"/>
                  <a:gd name="T14" fmla="*/ 9 w 50"/>
                  <a:gd name="T15" fmla="*/ 8 h 134"/>
                  <a:gd name="T16" fmla="*/ 1 w 50"/>
                  <a:gd name="T17" fmla="*/ 7 h 134"/>
                  <a:gd name="T18" fmla="*/ 1 w 50"/>
                  <a:gd name="T19" fmla="*/ 0 h 134"/>
                  <a:gd name="T20" fmla="*/ 49 w 50"/>
                  <a:gd name="T21" fmla="*/ 0 h 134"/>
                  <a:gd name="T22" fmla="*/ 49 w 50"/>
                  <a:gd name="T23" fmla="*/ 7 h 134"/>
                  <a:gd name="T24" fmla="*/ 42 w 50"/>
                  <a:gd name="T25" fmla="*/ 8 h 134"/>
                  <a:gd name="T26" fmla="*/ 34 w 50"/>
                  <a:gd name="T27" fmla="*/ 15 h 134"/>
                  <a:gd name="T28" fmla="*/ 33 w 50"/>
                  <a:gd name="T29" fmla="*/ 23 h 134"/>
                  <a:gd name="T30" fmla="*/ 33 w 50"/>
                  <a:gd name="T31" fmla="*/ 113 h 134"/>
                  <a:gd name="T32" fmla="*/ 46 w 50"/>
                  <a:gd name="T33" fmla="*/ 127 h 134"/>
                  <a:gd name="T34" fmla="*/ 49 w 50"/>
                  <a:gd name="T35" fmla="*/ 127 h 134"/>
                  <a:gd name="T36" fmla="*/ 50 w 50"/>
                  <a:gd name="T37" fmla="*/ 131 h 134"/>
                  <a:gd name="T38" fmla="*/ 49 w 50"/>
                  <a:gd name="T39" fmla="*/ 134 h 134"/>
                  <a:gd name="T40" fmla="*/ 0 w 50"/>
                  <a:gd name="T41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4">
                    <a:moveTo>
                      <a:pt x="0" y="134"/>
                    </a:move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9" y="126"/>
                    </a:cubicBezTo>
                    <a:cubicBezTo>
                      <a:pt x="13" y="125"/>
                      <a:pt x="15" y="124"/>
                      <a:pt x="16" y="119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2"/>
                      <a:pt x="16" y="21"/>
                    </a:cubicBezTo>
                    <a:cubicBezTo>
                      <a:pt x="16" y="18"/>
                      <a:pt x="16" y="16"/>
                      <a:pt x="16" y="13"/>
                    </a:cubicBezTo>
                    <a:cubicBezTo>
                      <a:pt x="15" y="10"/>
                      <a:pt x="13" y="8"/>
                      <a:pt x="9" y="8"/>
                    </a:cubicBezTo>
                    <a:cubicBezTo>
                      <a:pt x="6" y="7"/>
                      <a:pt x="4" y="7"/>
                      <a:pt x="1" y="7"/>
                    </a:cubicBezTo>
                    <a:cubicBezTo>
                      <a:pt x="1" y="4"/>
                      <a:pt x="1" y="2"/>
                      <a:pt x="1" y="0"/>
                    </a:cubicBezTo>
                    <a:cubicBezTo>
                      <a:pt x="17" y="0"/>
                      <a:pt x="33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7" y="7"/>
                      <a:pt x="44" y="7"/>
                      <a:pt x="42" y="8"/>
                    </a:cubicBezTo>
                    <a:cubicBezTo>
                      <a:pt x="38" y="8"/>
                      <a:pt x="35" y="10"/>
                      <a:pt x="34" y="15"/>
                    </a:cubicBezTo>
                    <a:cubicBezTo>
                      <a:pt x="34" y="17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6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8"/>
                      <a:pt x="50" y="129"/>
                      <a:pt x="50" y="131"/>
                    </a:cubicBezTo>
                    <a:cubicBezTo>
                      <a:pt x="50" y="132"/>
                      <a:pt x="49" y="133"/>
                      <a:pt x="49" y="134"/>
                    </a:cubicBezTo>
                    <a:cubicBezTo>
                      <a:pt x="33" y="134"/>
                      <a:pt x="17" y="134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4"/>
              <p:cNvSpPr/>
              <p:nvPr/>
            </p:nvSpPr>
            <p:spPr bwMode="auto">
              <a:xfrm>
                <a:off x="9354673" y="3891177"/>
                <a:ext cx="137764" cy="384457"/>
              </a:xfrm>
              <a:custGeom>
                <a:avLst/>
                <a:gdLst>
                  <a:gd name="T0" fmla="*/ 0 w 49"/>
                  <a:gd name="T1" fmla="*/ 7 h 135"/>
                  <a:gd name="T2" fmla="*/ 0 w 49"/>
                  <a:gd name="T3" fmla="*/ 0 h 135"/>
                  <a:gd name="T4" fmla="*/ 49 w 49"/>
                  <a:gd name="T5" fmla="*/ 0 h 135"/>
                  <a:gd name="T6" fmla="*/ 49 w 49"/>
                  <a:gd name="T7" fmla="*/ 7 h 135"/>
                  <a:gd name="T8" fmla="*/ 42 w 49"/>
                  <a:gd name="T9" fmla="*/ 8 h 135"/>
                  <a:gd name="T10" fmla="*/ 34 w 49"/>
                  <a:gd name="T11" fmla="*/ 15 h 135"/>
                  <a:gd name="T12" fmla="*/ 33 w 49"/>
                  <a:gd name="T13" fmla="*/ 23 h 135"/>
                  <a:gd name="T14" fmla="*/ 33 w 49"/>
                  <a:gd name="T15" fmla="*/ 113 h 135"/>
                  <a:gd name="T16" fmla="*/ 46 w 49"/>
                  <a:gd name="T17" fmla="*/ 127 h 135"/>
                  <a:gd name="T18" fmla="*/ 49 w 49"/>
                  <a:gd name="T19" fmla="*/ 127 h 135"/>
                  <a:gd name="T20" fmla="*/ 49 w 49"/>
                  <a:gd name="T21" fmla="*/ 134 h 135"/>
                  <a:gd name="T22" fmla="*/ 0 w 49"/>
                  <a:gd name="T23" fmla="*/ 134 h 135"/>
                  <a:gd name="T24" fmla="*/ 0 w 49"/>
                  <a:gd name="T25" fmla="*/ 127 h 135"/>
                  <a:gd name="T26" fmla="*/ 7 w 49"/>
                  <a:gd name="T27" fmla="*/ 126 h 135"/>
                  <a:gd name="T28" fmla="*/ 16 w 49"/>
                  <a:gd name="T29" fmla="*/ 118 h 135"/>
                  <a:gd name="T30" fmla="*/ 16 w 49"/>
                  <a:gd name="T31" fmla="*/ 113 h 135"/>
                  <a:gd name="T32" fmla="*/ 16 w 49"/>
                  <a:gd name="T33" fmla="*/ 20 h 135"/>
                  <a:gd name="T34" fmla="*/ 15 w 49"/>
                  <a:gd name="T35" fmla="*/ 13 h 135"/>
                  <a:gd name="T36" fmla="*/ 9 w 49"/>
                  <a:gd name="T37" fmla="*/ 8 h 135"/>
                  <a:gd name="T38" fmla="*/ 0 w 49"/>
                  <a:gd name="T39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135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5" y="10"/>
                      <a:pt x="34" y="15"/>
                    </a:cubicBezTo>
                    <a:cubicBezTo>
                      <a:pt x="33" y="18"/>
                      <a:pt x="33" y="20"/>
                      <a:pt x="33" y="23"/>
                    </a:cubicBezTo>
                    <a:cubicBezTo>
                      <a:pt x="33" y="53"/>
                      <a:pt x="33" y="83"/>
                      <a:pt x="33" y="113"/>
                    </a:cubicBezTo>
                    <a:cubicBezTo>
                      <a:pt x="33" y="124"/>
                      <a:pt x="35" y="126"/>
                      <a:pt x="46" y="127"/>
                    </a:cubicBezTo>
                    <a:cubicBezTo>
                      <a:pt x="47" y="127"/>
                      <a:pt x="48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45" y="135"/>
                      <a:pt x="9" y="135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5" y="127"/>
                      <a:pt x="7" y="126"/>
                    </a:cubicBezTo>
                    <a:cubicBezTo>
                      <a:pt x="13" y="126"/>
                      <a:pt x="15" y="124"/>
                      <a:pt x="16" y="118"/>
                    </a:cubicBezTo>
                    <a:cubicBezTo>
                      <a:pt x="16" y="117"/>
                      <a:pt x="16" y="115"/>
                      <a:pt x="16" y="113"/>
                    </a:cubicBezTo>
                    <a:cubicBezTo>
                      <a:pt x="16" y="82"/>
                      <a:pt x="16" y="51"/>
                      <a:pt x="16" y="20"/>
                    </a:cubicBezTo>
                    <a:cubicBezTo>
                      <a:pt x="16" y="18"/>
                      <a:pt x="15" y="16"/>
                      <a:pt x="15" y="13"/>
                    </a:cubicBezTo>
                    <a:cubicBezTo>
                      <a:pt x="14" y="10"/>
                      <a:pt x="12" y="8"/>
                      <a:pt x="9" y="8"/>
                    </a:cubicBezTo>
                    <a:cubicBezTo>
                      <a:pt x="6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5"/>
              <p:cNvSpPr/>
              <p:nvPr/>
            </p:nvSpPr>
            <p:spPr bwMode="auto">
              <a:xfrm>
                <a:off x="7675879" y="3891177"/>
                <a:ext cx="137764" cy="381253"/>
              </a:xfrm>
              <a:custGeom>
                <a:avLst/>
                <a:gdLst>
                  <a:gd name="T0" fmla="*/ 0 w 49"/>
                  <a:gd name="T1" fmla="*/ 7 h 134"/>
                  <a:gd name="T2" fmla="*/ 0 w 49"/>
                  <a:gd name="T3" fmla="*/ 0 h 134"/>
                  <a:gd name="T4" fmla="*/ 49 w 49"/>
                  <a:gd name="T5" fmla="*/ 0 h 134"/>
                  <a:gd name="T6" fmla="*/ 49 w 49"/>
                  <a:gd name="T7" fmla="*/ 7 h 134"/>
                  <a:gd name="T8" fmla="*/ 42 w 49"/>
                  <a:gd name="T9" fmla="*/ 8 h 134"/>
                  <a:gd name="T10" fmla="*/ 34 w 49"/>
                  <a:gd name="T11" fmla="*/ 15 h 134"/>
                  <a:gd name="T12" fmla="*/ 33 w 49"/>
                  <a:gd name="T13" fmla="*/ 23 h 134"/>
                  <a:gd name="T14" fmla="*/ 33 w 49"/>
                  <a:gd name="T15" fmla="*/ 112 h 134"/>
                  <a:gd name="T16" fmla="*/ 34 w 49"/>
                  <a:gd name="T17" fmla="*/ 120 h 134"/>
                  <a:gd name="T18" fmla="*/ 40 w 49"/>
                  <a:gd name="T19" fmla="*/ 126 h 134"/>
                  <a:gd name="T20" fmla="*/ 49 w 49"/>
                  <a:gd name="T21" fmla="*/ 127 h 134"/>
                  <a:gd name="T22" fmla="*/ 49 w 49"/>
                  <a:gd name="T23" fmla="*/ 134 h 134"/>
                  <a:gd name="T24" fmla="*/ 0 w 49"/>
                  <a:gd name="T25" fmla="*/ 134 h 134"/>
                  <a:gd name="T26" fmla="*/ 0 w 49"/>
                  <a:gd name="T27" fmla="*/ 127 h 134"/>
                  <a:gd name="T28" fmla="*/ 8 w 49"/>
                  <a:gd name="T29" fmla="*/ 126 h 134"/>
                  <a:gd name="T30" fmla="*/ 15 w 49"/>
                  <a:gd name="T31" fmla="*/ 119 h 134"/>
                  <a:gd name="T32" fmla="*/ 16 w 49"/>
                  <a:gd name="T33" fmla="*/ 110 h 134"/>
                  <a:gd name="T34" fmla="*/ 16 w 49"/>
                  <a:gd name="T35" fmla="*/ 25 h 134"/>
                  <a:gd name="T36" fmla="*/ 15 w 49"/>
                  <a:gd name="T37" fmla="*/ 15 h 134"/>
                  <a:gd name="T38" fmla="*/ 8 w 49"/>
                  <a:gd name="T39" fmla="*/ 8 h 134"/>
                  <a:gd name="T40" fmla="*/ 0 w 49"/>
                  <a:gd name="T41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134">
                    <a:moveTo>
                      <a:pt x="0" y="7"/>
                    </a:moveTo>
                    <a:cubicBezTo>
                      <a:pt x="0" y="4"/>
                      <a:pt x="0" y="2"/>
                      <a:pt x="0" y="0"/>
                    </a:cubicBezTo>
                    <a:cubicBezTo>
                      <a:pt x="16" y="0"/>
                      <a:pt x="32" y="0"/>
                      <a:pt x="49" y="0"/>
                    </a:cubicBezTo>
                    <a:cubicBezTo>
                      <a:pt x="49" y="2"/>
                      <a:pt x="49" y="4"/>
                      <a:pt x="49" y="7"/>
                    </a:cubicBezTo>
                    <a:cubicBezTo>
                      <a:pt x="46" y="7"/>
                      <a:pt x="44" y="7"/>
                      <a:pt x="42" y="8"/>
                    </a:cubicBezTo>
                    <a:cubicBezTo>
                      <a:pt x="37" y="8"/>
                      <a:pt x="34" y="10"/>
                      <a:pt x="34" y="15"/>
                    </a:cubicBezTo>
                    <a:cubicBezTo>
                      <a:pt x="33" y="18"/>
                      <a:pt x="33" y="21"/>
                      <a:pt x="33" y="23"/>
                    </a:cubicBezTo>
                    <a:cubicBezTo>
                      <a:pt x="33" y="53"/>
                      <a:pt x="33" y="83"/>
                      <a:pt x="33" y="112"/>
                    </a:cubicBezTo>
                    <a:cubicBezTo>
                      <a:pt x="33" y="115"/>
                      <a:pt x="33" y="118"/>
                      <a:pt x="34" y="120"/>
                    </a:cubicBezTo>
                    <a:cubicBezTo>
                      <a:pt x="34" y="124"/>
                      <a:pt x="36" y="126"/>
                      <a:pt x="40" y="126"/>
                    </a:cubicBezTo>
                    <a:cubicBezTo>
                      <a:pt x="43" y="126"/>
                      <a:pt x="45" y="127"/>
                      <a:pt x="49" y="127"/>
                    </a:cubicBezTo>
                    <a:cubicBezTo>
                      <a:pt x="49" y="129"/>
                      <a:pt x="49" y="132"/>
                      <a:pt x="49" y="134"/>
                    </a:cubicBezTo>
                    <a:cubicBezTo>
                      <a:pt x="33" y="134"/>
                      <a:pt x="16" y="134"/>
                      <a:pt x="0" y="134"/>
                    </a:cubicBezTo>
                    <a:cubicBezTo>
                      <a:pt x="0" y="132"/>
                      <a:pt x="0" y="130"/>
                      <a:pt x="0" y="127"/>
                    </a:cubicBezTo>
                    <a:cubicBezTo>
                      <a:pt x="3" y="127"/>
                      <a:pt x="6" y="127"/>
                      <a:pt x="8" y="126"/>
                    </a:cubicBezTo>
                    <a:cubicBezTo>
                      <a:pt x="13" y="125"/>
                      <a:pt x="15" y="123"/>
                      <a:pt x="15" y="119"/>
                    </a:cubicBezTo>
                    <a:cubicBezTo>
                      <a:pt x="16" y="116"/>
                      <a:pt x="16" y="113"/>
                      <a:pt x="16" y="110"/>
                    </a:cubicBezTo>
                    <a:cubicBezTo>
                      <a:pt x="16" y="81"/>
                      <a:pt x="16" y="53"/>
                      <a:pt x="16" y="25"/>
                    </a:cubicBezTo>
                    <a:cubicBezTo>
                      <a:pt x="16" y="21"/>
                      <a:pt x="16" y="18"/>
                      <a:pt x="15" y="15"/>
                    </a:cubicBezTo>
                    <a:cubicBezTo>
                      <a:pt x="15" y="10"/>
                      <a:pt x="13" y="8"/>
                      <a:pt x="8" y="8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10237120" y="539555"/>
              <a:ext cx="1312962" cy="375239"/>
              <a:chOff x="4606634" y="2048989"/>
              <a:chExt cx="5593843" cy="1598699"/>
            </a:xfrm>
            <a:solidFill>
              <a:srgbClr val="9A0001">
                <a:alpha val="80000"/>
              </a:srgbClr>
            </a:solidFill>
          </p:grpSpPr>
          <p:sp>
            <p:nvSpPr>
              <p:cNvPr id="30" name="Freeform 9"/>
              <p:cNvSpPr>
                <a:spLocks noEditPoints="1"/>
              </p:cNvSpPr>
              <p:nvPr/>
            </p:nvSpPr>
            <p:spPr bwMode="auto">
              <a:xfrm>
                <a:off x="9274578" y="2071415"/>
                <a:ext cx="925899" cy="1034829"/>
              </a:xfrm>
              <a:custGeom>
                <a:avLst/>
                <a:gdLst>
                  <a:gd name="T0" fmla="*/ 324 w 325"/>
                  <a:gd name="T1" fmla="*/ 106 h 363"/>
                  <a:gd name="T2" fmla="*/ 283 w 325"/>
                  <a:gd name="T3" fmla="*/ 179 h 363"/>
                  <a:gd name="T4" fmla="*/ 247 w 325"/>
                  <a:gd name="T5" fmla="*/ 214 h 363"/>
                  <a:gd name="T6" fmla="*/ 241 w 325"/>
                  <a:gd name="T7" fmla="*/ 228 h 363"/>
                  <a:gd name="T8" fmla="*/ 271 w 325"/>
                  <a:gd name="T9" fmla="*/ 230 h 363"/>
                  <a:gd name="T10" fmla="*/ 282 w 325"/>
                  <a:gd name="T11" fmla="*/ 240 h 363"/>
                  <a:gd name="T12" fmla="*/ 269 w 325"/>
                  <a:gd name="T13" fmla="*/ 277 h 363"/>
                  <a:gd name="T14" fmla="*/ 223 w 325"/>
                  <a:gd name="T15" fmla="*/ 316 h 363"/>
                  <a:gd name="T16" fmla="*/ 176 w 325"/>
                  <a:gd name="T17" fmla="*/ 340 h 363"/>
                  <a:gd name="T18" fmla="*/ 160 w 325"/>
                  <a:gd name="T19" fmla="*/ 339 h 363"/>
                  <a:gd name="T20" fmla="*/ 165 w 325"/>
                  <a:gd name="T21" fmla="*/ 329 h 363"/>
                  <a:gd name="T22" fmla="*/ 195 w 325"/>
                  <a:gd name="T23" fmla="*/ 302 h 363"/>
                  <a:gd name="T24" fmla="*/ 214 w 325"/>
                  <a:gd name="T25" fmla="*/ 282 h 363"/>
                  <a:gd name="T26" fmla="*/ 223 w 325"/>
                  <a:gd name="T27" fmla="*/ 265 h 363"/>
                  <a:gd name="T28" fmla="*/ 220 w 325"/>
                  <a:gd name="T29" fmla="*/ 257 h 363"/>
                  <a:gd name="T30" fmla="*/ 179 w 325"/>
                  <a:gd name="T31" fmla="*/ 289 h 363"/>
                  <a:gd name="T32" fmla="*/ 106 w 325"/>
                  <a:gd name="T33" fmla="*/ 335 h 363"/>
                  <a:gd name="T34" fmla="*/ 20 w 325"/>
                  <a:gd name="T35" fmla="*/ 363 h 363"/>
                  <a:gd name="T36" fmla="*/ 4 w 325"/>
                  <a:gd name="T37" fmla="*/ 360 h 363"/>
                  <a:gd name="T38" fmla="*/ 78 w 325"/>
                  <a:gd name="T39" fmla="*/ 306 h 363"/>
                  <a:gd name="T40" fmla="*/ 102 w 325"/>
                  <a:gd name="T41" fmla="*/ 295 h 363"/>
                  <a:gd name="T42" fmla="*/ 208 w 325"/>
                  <a:gd name="T43" fmla="*/ 238 h 363"/>
                  <a:gd name="T44" fmla="*/ 207 w 325"/>
                  <a:gd name="T45" fmla="*/ 232 h 363"/>
                  <a:gd name="T46" fmla="*/ 171 w 325"/>
                  <a:gd name="T47" fmla="*/ 243 h 363"/>
                  <a:gd name="T48" fmla="*/ 163 w 325"/>
                  <a:gd name="T49" fmla="*/ 239 h 363"/>
                  <a:gd name="T50" fmla="*/ 170 w 325"/>
                  <a:gd name="T51" fmla="*/ 226 h 363"/>
                  <a:gd name="T52" fmla="*/ 154 w 325"/>
                  <a:gd name="T53" fmla="*/ 206 h 363"/>
                  <a:gd name="T54" fmla="*/ 122 w 325"/>
                  <a:gd name="T55" fmla="*/ 224 h 363"/>
                  <a:gd name="T56" fmla="*/ 99 w 325"/>
                  <a:gd name="T57" fmla="*/ 236 h 363"/>
                  <a:gd name="T58" fmla="*/ 100 w 325"/>
                  <a:gd name="T59" fmla="*/ 222 h 363"/>
                  <a:gd name="T60" fmla="*/ 116 w 325"/>
                  <a:gd name="T61" fmla="*/ 204 h 363"/>
                  <a:gd name="T62" fmla="*/ 118 w 325"/>
                  <a:gd name="T63" fmla="*/ 183 h 363"/>
                  <a:gd name="T64" fmla="*/ 116 w 325"/>
                  <a:gd name="T65" fmla="*/ 174 h 363"/>
                  <a:gd name="T66" fmla="*/ 143 w 325"/>
                  <a:gd name="T67" fmla="*/ 167 h 363"/>
                  <a:gd name="T68" fmla="*/ 158 w 325"/>
                  <a:gd name="T69" fmla="*/ 145 h 363"/>
                  <a:gd name="T70" fmla="*/ 147 w 325"/>
                  <a:gd name="T71" fmla="*/ 144 h 363"/>
                  <a:gd name="T72" fmla="*/ 132 w 325"/>
                  <a:gd name="T73" fmla="*/ 141 h 363"/>
                  <a:gd name="T74" fmla="*/ 141 w 325"/>
                  <a:gd name="T75" fmla="*/ 129 h 363"/>
                  <a:gd name="T76" fmla="*/ 140 w 325"/>
                  <a:gd name="T77" fmla="*/ 115 h 363"/>
                  <a:gd name="T78" fmla="*/ 112 w 325"/>
                  <a:gd name="T79" fmla="*/ 96 h 363"/>
                  <a:gd name="T80" fmla="*/ 127 w 325"/>
                  <a:gd name="T81" fmla="*/ 92 h 363"/>
                  <a:gd name="T82" fmla="*/ 167 w 325"/>
                  <a:gd name="T83" fmla="*/ 81 h 363"/>
                  <a:gd name="T84" fmla="*/ 203 w 325"/>
                  <a:gd name="T85" fmla="*/ 36 h 363"/>
                  <a:gd name="T86" fmla="*/ 204 w 325"/>
                  <a:gd name="T87" fmla="*/ 10 h 363"/>
                  <a:gd name="T88" fmla="*/ 216 w 325"/>
                  <a:gd name="T89" fmla="*/ 3 h 363"/>
                  <a:gd name="T90" fmla="*/ 224 w 325"/>
                  <a:gd name="T91" fmla="*/ 56 h 363"/>
                  <a:gd name="T92" fmla="*/ 205 w 325"/>
                  <a:gd name="T93" fmla="*/ 91 h 363"/>
                  <a:gd name="T94" fmla="*/ 208 w 325"/>
                  <a:gd name="T95" fmla="*/ 105 h 363"/>
                  <a:gd name="T96" fmla="*/ 267 w 325"/>
                  <a:gd name="T97" fmla="*/ 87 h 363"/>
                  <a:gd name="T98" fmla="*/ 297 w 325"/>
                  <a:gd name="T99" fmla="*/ 85 h 363"/>
                  <a:gd name="T100" fmla="*/ 309 w 325"/>
                  <a:gd name="T101" fmla="*/ 86 h 363"/>
                  <a:gd name="T102" fmla="*/ 325 w 325"/>
                  <a:gd name="T103" fmla="*/ 104 h 363"/>
                  <a:gd name="T104" fmla="*/ 198 w 325"/>
                  <a:gd name="T105" fmla="*/ 126 h 363"/>
                  <a:gd name="T106" fmla="*/ 164 w 325"/>
                  <a:gd name="T107" fmla="*/ 175 h 363"/>
                  <a:gd name="T108" fmla="*/ 181 w 325"/>
                  <a:gd name="T109" fmla="*/ 191 h 363"/>
                  <a:gd name="T110" fmla="*/ 186 w 325"/>
                  <a:gd name="T111" fmla="*/ 173 h 363"/>
                  <a:gd name="T112" fmla="*/ 199 w 325"/>
                  <a:gd name="T113" fmla="*/ 170 h 363"/>
                  <a:gd name="T114" fmla="*/ 206 w 325"/>
                  <a:gd name="T115" fmla="*/ 204 h 363"/>
                  <a:gd name="T116" fmla="*/ 217 w 325"/>
                  <a:gd name="T117" fmla="*/ 206 h 363"/>
                  <a:gd name="T118" fmla="*/ 229 w 325"/>
                  <a:gd name="T119" fmla="*/ 188 h 363"/>
                  <a:gd name="T120" fmla="*/ 261 w 325"/>
                  <a:gd name="T121" fmla="*/ 141 h 363"/>
                  <a:gd name="T122" fmla="*/ 250 w 325"/>
                  <a:gd name="T123" fmla="*/ 134 h 363"/>
                  <a:gd name="T124" fmla="*/ 206 w 325"/>
                  <a:gd name="T125" fmla="*/ 1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25" h="363">
                    <a:moveTo>
                      <a:pt x="325" y="104"/>
                    </a:moveTo>
                    <a:cubicBezTo>
                      <a:pt x="325" y="104"/>
                      <a:pt x="324" y="105"/>
                      <a:pt x="324" y="106"/>
                    </a:cubicBezTo>
                    <a:cubicBezTo>
                      <a:pt x="323" y="108"/>
                      <a:pt x="323" y="111"/>
                      <a:pt x="322" y="114"/>
                    </a:cubicBezTo>
                    <a:cubicBezTo>
                      <a:pt x="312" y="138"/>
                      <a:pt x="300" y="160"/>
                      <a:pt x="283" y="179"/>
                    </a:cubicBezTo>
                    <a:cubicBezTo>
                      <a:pt x="275" y="188"/>
                      <a:pt x="267" y="197"/>
                      <a:pt x="259" y="205"/>
                    </a:cubicBezTo>
                    <a:cubicBezTo>
                      <a:pt x="255" y="209"/>
                      <a:pt x="251" y="211"/>
                      <a:pt x="247" y="214"/>
                    </a:cubicBezTo>
                    <a:cubicBezTo>
                      <a:pt x="244" y="217"/>
                      <a:pt x="241" y="219"/>
                      <a:pt x="239" y="223"/>
                    </a:cubicBezTo>
                    <a:cubicBezTo>
                      <a:pt x="237" y="226"/>
                      <a:pt x="238" y="227"/>
                      <a:pt x="241" y="228"/>
                    </a:cubicBezTo>
                    <a:cubicBezTo>
                      <a:pt x="243" y="228"/>
                      <a:pt x="245" y="228"/>
                      <a:pt x="246" y="228"/>
                    </a:cubicBezTo>
                    <a:cubicBezTo>
                      <a:pt x="255" y="229"/>
                      <a:pt x="263" y="230"/>
                      <a:pt x="271" y="230"/>
                    </a:cubicBezTo>
                    <a:cubicBezTo>
                      <a:pt x="272" y="230"/>
                      <a:pt x="274" y="231"/>
                      <a:pt x="275" y="231"/>
                    </a:cubicBezTo>
                    <a:cubicBezTo>
                      <a:pt x="280" y="233"/>
                      <a:pt x="282" y="235"/>
                      <a:pt x="282" y="240"/>
                    </a:cubicBezTo>
                    <a:cubicBezTo>
                      <a:pt x="283" y="247"/>
                      <a:pt x="282" y="253"/>
                      <a:pt x="279" y="259"/>
                    </a:cubicBezTo>
                    <a:cubicBezTo>
                      <a:pt x="277" y="265"/>
                      <a:pt x="273" y="271"/>
                      <a:pt x="269" y="277"/>
                    </a:cubicBezTo>
                    <a:cubicBezTo>
                      <a:pt x="260" y="289"/>
                      <a:pt x="248" y="298"/>
                      <a:pt x="237" y="307"/>
                    </a:cubicBezTo>
                    <a:cubicBezTo>
                      <a:pt x="233" y="311"/>
                      <a:pt x="228" y="314"/>
                      <a:pt x="223" y="316"/>
                    </a:cubicBezTo>
                    <a:cubicBezTo>
                      <a:pt x="213" y="321"/>
                      <a:pt x="203" y="327"/>
                      <a:pt x="193" y="332"/>
                    </a:cubicBezTo>
                    <a:cubicBezTo>
                      <a:pt x="187" y="334"/>
                      <a:pt x="182" y="337"/>
                      <a:pt x="176" y="340"/>
                    </a:cubicBezTo>
                    <a:cubicBezTo>
                      <a:pt x="173" y="341"/>
                      <a:pt x="169" y="341"/>
                      <a:pt x="166" y="342"/>
                    </a:cubicBezTo>
                    <a:cubicBezTo>
                      <a:pt x="164" y="342"/>
                      <a:pt x="161" y="341"/>
                      <a:pt x="160" y="339"/>
                    </a:cubicBezTo>
                    <a:cubicBezTo>
                      <a:pt x="159" y="337"/>
                      <a:pt x="160" y="335"/>
                      <a:pt x="162" y="333"/>
                    </a:cubicBezTo>
                    <a:cubicBezTo>
                      <a:pt x="163" y="332"/>
                      <a:pt x="164" y="330"/>
                      <a:pt x="165" y="329"/>
                    </a:cubicBezTo>
                    <a:cubicBezTo>
                      <a:pt x="173" y="323"/>
                      <a:pt x="181" y="316"/>
                      <a:pt x="189" y="310"/>
                    </a:cubicBezTo>
                    <a:cubicBezTo>
                      <a:pt x="192" y="307"/>
                      <a:pt x="194" y="305"/>
                      <a:pt x="195" y="302"/>
                    </a:cubicBezTo>
                    <a:cubicBezTo>
                      <a:pt x="196" y="300"/>
                      <a:pt x="198" y="297"/>
                      <a:pt x="200" y="295"/>
                    </a:cubicBezTo>
                    <a:cubicBezTo>
                      <a:pt x="205" y="291"/>
                      <a:pt x="210" y="287"/>
                      <a:pt x="214" y="282"/>
                    </a:cubicBezTo>
                    <a:cubicBezTo>
                      <a:pt x="217" y="280"/>
                      <a:pt x="218" y="278"/>
                      <a:pt x="219" y="275"/>
                    </a:cubicBezTo>
                    <a:cubicBezTo>
                      <a:pt x="219" y="271"/>
                      <a:pt x="221" y="268"/>
                      <a:pt x="223" y="265"/>
                    </a:cubicBezTo>
                    <a:cubicBezTo>
                      <a:pt x="225" y="263"/>
                      <a:pt x="227" y="261"/>
                      <a:pt x="229" y="259"/>
                    </a:cubicBezTo>
                    <a:cubicBezTo>
                      <a:pt x="227" y="256"/>
                      <a:pt x="224" y="256"/>
                      <a:pt x="220" y="257"/>
                    </a:cubicBezTo>
                    <a:cubicBezTo>
                      <a:pt x="212" y="260"/>
                      <a:pt x="205" y="264"/>
                      <a:pt x="199" y="270"/>
                    </a:cubicBezTo>
                    <a:cubicBezTo>
                      <a:pt x="192" y="276"/>
                      <a:pt x="186" y="282"/>
                      <a:pt x="179" y="289"/>
                    </a:cubicBezTo>
                    <a:cubicBezTo>
                      <a:pt x="169" y="299"/>
                      <a:pt x="157" y="307"/>
                      <a:pt x="144" y="314"/>
                    </a:cubicBezTo>
                    <a:cubicBezTo>
                      <a:pt x="131" y="320"/>
                      <a:pt x="119" y="328"/>
                      <a:pt x="106" y="335"/>
                    </a:cubicBezTo>
                    <a:cubicBezTo>
                      <a:pt x="89" y="344"/>
                      <a:pt x="72" y="352"/>
                      <a:pt x="53" y="357"/>
                    </a:cubicBezTo>
                    <a:cubicBezTo>
                      <a:pt x="43" y="361"/>
                      <a:pt x="32" y="363"/>
                      <a:pt x="20" y="363"/>
                    </a:cubicBezTo>
                    <a:cubicBezTo>
                      <a:pt x="16" y="362"/>
                      <a:pt x="12" y="361"/>
                      <a:pt x="7" y="361"/>
                    </a:cubicBezTo>
                    <a:cubicBezTo>
                      <a:pt x="6" y="361"/>
                      <a:pt x="5" y="360"/>
                      <a:pt x="4" y="360"/>
                    </a:cubicBezTo>
                    <a:cubicBezTo>
                      <a:pt x="0" y="358"/>
                      <a:pt x="0" y="355"/>
                      <a:pt x="4" y="352"/>
                    </a:cubicBezTo>
                    <a:cubicBezTo>
                      <a:pt x="28" y="337"/>
                      <a:pt x="53" y="321"/>
                      <a:pt x="78" y="306"/>
                    </a:cubicBezTo>
                    <a:cubicBezTo>
                      <a:pt x="84" y="302"/>
                      <a:pt x="91" y="298"/>
                      <a:pt x="98" y="297"/>
                    </a:cubicBezTo>
                    <a:cubicBezTo>
                      <a:pt x="100" y="296"/>
                      <a:pt x="101" y="295"/>
                      <a:pt x="102" y="295"/>
                    </a:cubicBezTo>
                    <a:cubicBezTo>
                      <a:pt x="135" y="275"/>
                      <a:pt x="169" y="257"/>
                      <a:pt x="204" y="241"/>
                    </a:cubicBezTo>
                    <a:cubicBezTo>
                      <a:pt x="205" y="240"/>
                      <a:pt x="207" y="239"/>
                      <a:pt x="208" y="238"/>
                    </a:cubicBezTo>
                    <a:cubicBezTo>
                      <a:pt x="209" y="237"/>
                      <a:pt x="210" y="235"/>
                      <a:pt x="210" y="234"/>
                    </a:cubicBezTo>
                    <a:cubicBezTo>
                      <a:pt x="210" y="233"/>
                      <a:pt x="208" y="232"/>
                      <a:pt x="207" y="232"/>
                    </a:cubicBezTo>
                    <a:cubicBezTo>
                      <a:pt x="201" y="231"/>
                      <a:pt x="196" y="233"/>
                      <a:pt x="190" y="235"/>
                    </a:cubicBezTo>
                    <a:cubicBezTo>
                      <a:pt x="184" y="238"/>
                      <a:pt x="178" y="240"/>
                      <a:pt x="171" y="243"/>
                    </a:cubicBezTo>
                    <a:cubicBezTo>
                      <a:pt x="170" y="243"/>
                      <a:pt x="169" y="244"/>
                      <a:pt x="168" y="244"/>
                    </a:cubicBezTo>
                    <a:cubicBezTo>
                      <a:pt x="164" y="244"/>
                      <a:pt x="163" y="244"/>
                      <a:pt x="163" y="239"/>
                    </a:cubicBezTo>
                    <a:cubicBezTo>
                      <a:pt x="163" y="236"/>
                      <a:pt x="164" y="233"/>
                      <a:pt x="166" y="231"/>
                    </a:cubicBezTo>
                    <a:cubicBezTo>
                      <a:pt x="167" y="229"/>
                      <a:pt x="169" y="228"/>
                      <a:pt x="170" y="226"/>
                    </a:cubicBezTo>
                    <a:cubicBezTo>
                      <a:pt x="172" y="222"/>
                      <a:pt x="172" y="218"/>
                      <a:pt x="168" y="215"/>
                    </a:cubicBezTo>
                    <a:cubicBezTo>
                      <a:pt x="164" y="212"/>
                      <a:pt x="159" y="209"/>
                      <a:pt x="154" y="206"/>
                    </a:cubicBezTo>
                    <a:cubicBezTo>
                      <a:pt x="148" y="203"/>
                      <a:pt x="143" y="205"/>
                      <a:pt x="138" y="210"/>
                    </a:cubicBezTo>
                    <a:cubicBezTo>
                      <a:pt x="133" y="215"/>
                      <a:pt x="128" y="219"/>
                      <a:pt x="122" y="224"/>
                    </a:cubicBezTo>
                    <a:cubicBezTo>
                      <a:pt x="118" y="228"/>
                      <a:pt x="112" y="231"/>
                      <a:pt x="107" y="235"/>
                    </a:cubicBezTo>
                    <a:cubicBezTo>
                      <a:pt x="105" y="236"/>
                      <a:pt x="102" y="238"/>
                      <a:pt x="99" y="236"/>
                    </a:cubicBezTo>
                    <a:cubicBezTo>
                      <a:pt x="97" y="234"/>
                      <a:pt x="97" y="231"/>
                      <a:pt x="98" y="229"/>
                    </a:cubicBezTo>
                    <a:cubicBezTo>
                      <a:pt x="98" y="226"/>
                      <a:pt x="99" y="224"/>
                      <a:pt x="100" y="222"/>
                    </a:cubicBezTo>
                    <a:cubicBezTo>
                      <a:pt x="102" y="219"/>
                      <a:pt x="105" y="217"/>
                      <a:pt x="107" y="214"/>
                    </a:cubicBezTo>
                    <a:cubicBezTo>
                      <a:pt x="110" y="211"/>
                      <a:pt x="113" y="208"/>
                      <a:pt x="116" y="204"/>
                    </a:cubicBezTo>
                    <a:cubicBezTo>
                      <a:pt x="118" y="202"/>
                      <a:pt x="119" y="198"/>
                      <a:pt x="120" y="195"/>
                    </a:cubicBezTo>
                    <a:cubicBezTo>
                      <a:pt x="122" y="191"/>
                      <a:pt x="122" y="187"/>
                      <a:pt x="118" y="183"/>
                    </a:cubicBezTo>
                    <a:cubicBezTo>
                      <a:pt x="116" y="182"/>
                      <a:pt x="115" y="181"/>
                      <a:pt x="115" y="179"/>
                    </a:cubicBezTo>
                    <a:cubicBezTo>
                      <a:pt x="113" y="177"/>
                      <a:pt x="113" y="175"/>
                      <a:pt x="116" y="174"/>
                    </a:cubicBezTo>
                    <a:cubicBezTo>
                      <a:pt x="123" y="173"/>
                      <a:pt x="130" y="171"/>
                      <a:pt x="137" y="170"/>
                    </a:cubicBezTo>
                    <a:cubicBezTo>
                      <a:pt x="140" y="170"/>
                      <a:pt x="141" y="169"/>
                      <a:pt x="143" y="167"/>
                    </a:cubicBezTo>
                    <a:cubicBezTo>
                      <a:pt x="146" y="163"/>
                      <a:pt x="150" y="159"/>
                      <a:pt x="153" y="155"/>
                    </a:cubicBezTo>
                    <a:cubicBezTo>
                      <a:pt x="155" y="152"/>
                      <a:pt x="157" y="149"/>
                      <a:pt x="158" y="145"/>
                    </a:cubicBezTo>
                    <a:cubicBezTo>
                      <a:pt x="159" y="141"/>
                      <a:pt x="157" y="140"/>
                      <a:pt x="154" y="141"/>
                    </a:cubicBezTo>
                    <a:cubicBezTo>
                      <a:pt x="151" y="141"/>
                      <a:pt x="149" y="142"/>
                      <a:pt x="147" y="144"/>
                    </a:cubicBezTo>
                    <a:cubicBezTo>
                      <a:pt x="144" y="146"/>
                      <a:pt x="140" y="146"/>
                      <a:pt x="137" y="145"/>
                    </a:cubicBezTo>
                    <a:cubicBezTo>
                      <a:pt x="134" y="145"/>
                      <a:pt x="133" y="144"/>
                      <a:pt x="132" y="141"/>
                    </a:cubicBezTo>
                    <a:cubicBezTo>
                      <a:pt x="132" y="139"/>
                      <a:pt x="132" y="137"/>
                      <a:pt x="134" y="135"/>
                    </a:cubicBezTo>
                    <a:cubicBezTo>
                      <a:pt x="137" y="133"/>
                      <a:pt x="139" y="131"/>
                      <a:pt x="141" y="129"/>
                    </a:cubicBezTo>
                    <a:cubicBezTo>
                      <a:pt x="143" y="126"/>
                      <a:pt x="144" y="123"/>
                      <a:pt x="144" y="119"/>
                    </a:cubicBezTo>
                    <a:cubicBezTo>
                      <a:pt x="144" y="116"/>
                      <a:pt x="143" y="115"/>
                      <a:pt x="140" y="115"/>
                    </a:cubicBezTo>
                    <a:cubicBezTo>
                      <a:pt x="136" y="115"/>
                      <a:pt x="132" y="115"/>
                      <a:pt x="129" y="114"/>
                    </a:cubicBezTo>
                    <a:cubicBezTo>
                      <a:pt x="119" y="112"/>
                      <a:pt x="114" y="106"/>
                      <a:pt x="112" y="96"/>
                    </a:cubicBezTo>
                    <a:cubicBezTo>
                      <a:pt x="112" y="91"/>
                      <a:pt x="113" y="90"/>
                      <a:pt x="118" y="91"/>
                    </a:cubicBezTo>
                    <a:cubicBezTo>
                      <a:pt x="121" y="91"/>
                      <a:pt x="124" y="91"/>
                      <a:pt x="127" y="92"/>
                    </a:cubicBezTo>
                    <a:cubicBezTo>
                      <a:pt x="137" y="93"/>
                      <a:pt x="146" y="92"/>
                      <a:pt x="155" y="86"/>
                    </a:cubicBezTo>
                    <a:cubicBezTo>
                      <a:pt x="158" y="83"/>
                      <a:pt x="163" y="82"/>
                      <a:pt x="167" y="81"/>
                    </a:cubicBezTo>
                    <a:cubicBezTo>
                      <a:pt x="174" y="79"/>
                      <a:pt x="180" y="76"/>
                      <a:pt x="184" y="70"/>
                    </a:cubicBezTo>
                    <a:cubicBezTo>
                      <a:pt x="193" y="60"/>
                      <a:pt x="200" y="49"/>
                      <a:pt x="203" y="36"/>
                    </a:cubicBezTo>
                    <a:cubicBezTo>
                      <a:pt x="204" y="30"/>
                      <a:pt x="205" y="23"/>
                      <a:pt x="205" y="17"/>
                    </a:cubicBezTo>
                    <a:cubicBezTo>
                      <a:pt x="204" y="15"/>
                      <a:pt x="204" y="13"/>
                      <a:pt x="204" y="10"/>
                    </a:cubicBezTo>
                    <a:cubicBezTo>
                      <a:pt x="204" y="7"/>
                      <a:pt x="204" y="4"/>
                      <a:pt x="207" y="2"/>
                    </a:cubicBezTo>
                    <a:cubicBezTo>
                      <a:pt x="211" y="0"/>
                      <a:pt x="213" y="2"/>
                      <a:pt x="216" y="3"/>
                    </a:cubicBezTo>
                    <a:cubicBezTo>
                      <a:pt x="230" y="11"/>
                      <a:pt x="236" y="28"/>
                      <a:pt x="230" y="43"/>
                    </a:cubicBezTo>
                    <a:cubicBezTo>
                      <a:pt x="229" y="48"/>
                      <a:pt x="226" y="52"/>
                      <a:pt x="224" y="56"/>
                    </a:cubicBezTo>
                    <a:cubicBezTo>
                      <a:pt x="219" y="64"/>
                      <a:pt x="214" y="72"/>
                      <a:pt x="209" y="80"/>
                    </a:cubicBezTo>
                    <a:cubicBezTo>
                      <a:pt x="207" y="83"/>
                      <a:pt x="206" y="87"/>
                      <a:pt x="205" y="91"/>
                    </a:cubicBezTo>
                    <a:cubicBezTo>
                      <a:pt x="204" y="93"/>
                      <a:pt x="203" y="95"/>
                      <a:pt x="203" y="98"/>
                    </a:cubicBezTo>
                    <a:cubicBezTo>
                      <a:pt x="203" y="102"/>
                      <a:pt x="205" y="104"/>
                      <a:pt x="208" y="105"/>
                    </a:cubicBezTo>
                    <a:cubicBezTo>
                      <a:pt x="213" y="106"/>
                      <a:pt x="217" y="105"/>
                      <a:pt x="221" y="104"/>
                    </a:cubicBezTo>
                    <a:cubicBezTo>
                      <a:pt x="236" y="97"/>
                      <a:pt x="251" y="91"/>
                      <a:pt x="267" y="87"/>
                    </a:cubicBezTo>
                    <a:cubicBezTo>
                      <a:pt x="274" y="85"/>
                      <a:pt x="280" y="84"/>
                      <a:pt x="287" y="82"/>
                    </a:cubicBezTo>
                    <a:cubicBezTo>
                      <a:pt x="290" y="82"/>
                      <a:pt x="294" y="82"/>
                      <a:pt x="297" y="85"/>
                    </a:cubicBezTo>
                    <a:cubicBezTo>
                      <a:pt x="299" y="86"/>
                      <a:pt x="301" y="86"/>
                      <a:pt x="304" y="86"/>
                    </a:cubicBezTo>
                    <a:cubicBezTo>
                      <a:pt x="305" y="87"/>
                      <a:pt x="307" y="86"/>
                      <a:pt x="309" y="86"/>
                    </a:cubicBezTo>
                    <a:cubicBezTo>
                      <a:pt x="317" y="86"/>
                      <a:pt x="323" y="89"/>
                      <a:pt x="325" y="97"/>
                    </a:cubicBezTo>
                    <a:cubicBezTo>
                      <a:pt x="325" y="99"/>
                      <a:pt x="325" y="101"/>
                      <a:pt x="325" y="104"/>
                    </a:cubicBezTo>
                    <a:close/>
                    <a:moveTo>
                      <a:pt x="206" y="122"/>
                    </a:moveTo>
                    <a:cubicBezTo>
                      <a:pt x="203" y="122"/>
                      <a:pt x="200" y="123"/>
                      <a:pt x="198" y="126"/>
                    </a:cubicBezTo>
                    <a:cubicBezTo>
                      <a:pt x="189" y="138"/>
                      <a:pt x="179" y="150"/>
                      <a:pt x="169" y="162"/>
                    </a:cubicBezTo>
                    <a:cubicBezTo>
                      <a:pt x="166" y="166"/>
                      <a:pt x="164" y="170"/>
                      <a:pt x="164" y="175"/>
                    </a:cubicBezTo>
                    <a:cubicBezTo>
                      <a:pt x="162" y="184"/>
                      <a:pt x="165" y="188"/>
                      <a:pt x="173" y="193"/>
                    </a:cubicBezTo>
                    <a:cubicBezTo>
                      <a:pt x="176" y="195"/>
                      <a:pt x="179" y="194"/>
                      <a:pt x="181" y="191"/>
                    </a:cubicBezTo>
                    <a:cubicBezTo>
                      <a:pt x="183" y="188"/>
                      <a:pt x="183" y="186"/>
                      <a:pt x="184" y="183"/>
                    </a:cubicBezTo>
                    <a:cubicBezTo>
                      <a:pt x="185" y="180"/>
                      <a:pt x="185" y="176"/>
                      <a:pt x="186" y="173"/>
                    </a:cubicBezTo>
                    <a:cubicBezTo>
                      <a:pt x="187" y="171"/>
                      <a:pt x="188" y="168"/>
                      <a:pt x="190" y="167"/>
                    </a:cubicBezTo>
                    <a:cubicBezTo>
                      <a:pt x="194" y="164"/>
                      <a:pt x="197" y="165"/>
                      <a:pt x="199" y="170"/>
                    </a:cubicBezTo>
                    <a:cubicBezTo>
                      <a:pt x="199" y="171"/>
                      <a:pt x="199" y="171"/>
                      <a:pt x="199" y="172"/>
                    </a:cubicBezTo>
                    <a:cubicBezTo>
                      <a:pt x="202" y="183"/>
                      <a:pt x="205" y="193"/>
                      <a:pt x="206" y="204"/>
                    </a:cubicBezTo>
                    <a:cubicBezTo>
                      <a:pt x="206" y="206"/>
                      <a:pt x="207" y="209"/>
                      <a:pt x="210" y="210"/>
                    </a:cubicBezTo>
                    <a:cubicBezTo>
                      <a:pt x="214" y="210"/>
                      <a:pt x="215" y="208"/>
                      <a:pt x="217" y="206"/>
                    </a:cubicBezTo>
                    <a:cubicBezTo>
                      <a:pt x="217" y="205"/>
                      <a:pt x="217" y="205"/>
                      <a:pt x="218" y="204"/>
                    </a:cubicBezTo>
                    <a:cubicBezTo>
                      <a:pt x="221" y="199"/>
                      <a:pt x="225" y="193"/>
                      <a:pt x="229" y="188"/>
                    </a:cubicBezTo>
                    <a:cubicBezTo>
                      <a:pt x="237" y="177"/>
                      <a:pt x="246" y="167"/>
                      <a:pt x="255" y="157"/>
                    </a:cubicBezTo>
                    <a:cubicBezTo>
                      <a:pt x="259" y="152"/>
                      <a:pt x="261" y="147"/>
                      <a:pt x="261" y="141"/>
                    </a:cubicBezTo>
                    <a:cubicBezTo>
                      <a:pt x="261" y="137"/>
                      <a:pt x="259" y="135"/>
                      <a:pt x="255" y="134"/>
                    </a:cubicBezTo>
                    <a:cubicBezTo>
                      <a:pt x="253" y="134"/>
                      <a:pt x="251" y="134"/>
                      <a:pt x="250" y="134"/>
                    </a:cubicBezTo>
                    <a:cubicBezTo>
                      <a:pt x="240" y="131"/>
                      <a:pt x="231" y="129"/>
                      <a:pt x="221" y="126"/>
                    </a:cubicBezTo>
                    <a:cubicBezTo>
                      <a:pt x="216" y="125"/>
                      <a:pt x="211" y="123"/>
                      <a:pt x="206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Freeform 10"/>
              <p:cNvSpPr/>
              <p:nvPr/>
            </p:nvSpPr>
            <p:spPr bwMode="auto">
              <a:xfrm>
                <a:off x="7550931" y="2257236"/>
                <a:ext cx="1089293" cy="1169389"/>
              </a:xfrm>
              <a:custGeom>
                <a:avLst/>
                <a:gdLst>
                  <a:gd name="T0" fmla="*/ 83 w 383"/>
                  <a:gd name="T1" fmla="*/ 410 h 411"/>
                  <a:gd name="T2" fmla="*/ 111 w 383"/>
                  <a:gd name="T3" fmla="*/ 380 h 411"/>
                  <a:gd name="T4" fmla="*/ 136 w 383"/>
                  <a:gd name="T5" fmla="*/ 371 h 411"/>
                  <a:gd name="T6" fmla="*/ 198 w 383"/>
                  <a:gd name="T7" fmla="*/ 294 h 411"/>
                  <a:gd name="T8" fmla="*/ 201 w 383"/>
                  <a:gd name="T9" fmla="*/ 280 h 411"/>
                  <a:gd name="T10" fmla="*/ 197 w 383"/>
                  <a:gd name="T11" fmla="*/ 274 h 411"/>
                  <a:gd name="T12" fmla="*/ 166 w 383"/>
                  <a:gd name="T13" fmla="*/ 283 h 411"/>
                  <a:gd name="T14" fmla="*/ 144 w 383"/>
                  <a:gd name="T15" fmla="*/ 291 h 411"/>
                  <a:gd name="T16" fmla="*/ 123 w 383"/>
                  <a:gd name="T17" fmla="*/ 305 h 411"/>
                  <a:gd name="T18" fmla="*/ 62 w 383"/>
                  <a:gd name="T19" fmla="*/ 344 h 411"/>
                  <a:gd name="T20" fmla="*/ 34 w 383"/>
                  <a:gd name="T21" fmla="*/ 353 h 411"/>
                  <a:gd name="T22" fmla="*/ 9 w 383"/>
                  <a:gd name="T23" fmla="*/ 344 h 411"/>
                  <a:gd name="T24" fmla="*/ 1 w 383"/>
                  <a:gd name="T25" fmla="*/ 322 h 411"/>
                  <a:gd name="T26" fmla="*/ 0 w 383"/>
                  <a:gd name="T27" fmla="*/ 288 h 411"/>
                  <a:gd name="T28" fmla="*/ 1 w 383"/>
                  <a:gd name="T29" fmla="*/ 283 h 411"/>
                  <a:gd name="T30" fmla="*/ 6 w 383"/>
                  <a:gd name="T31" fmla="*/ 282 h 411"/>
                  <a:gd name="T32" fmla="*/ 8 w 383"/>
                  <a:gd name="T33" fmla="*/ 285 h 411"/>
                  <a:gd name="T34" fmla="*/ 10 w 383"/>
                  <a:gd name="T35" fmla="*/ 290 h 411"/>
                  <a:gd name="T36" fmla="*/ 32 w 383"/>
                  <a:gd name="T37" fmla="*/ 298 h 411"/>
                  <a:gd name="T38" fmla="*/ 46 w 383"/>
                  <a:gd name="T39" fmla="*/ 293 h 411"/>
                  <a:gd name="T40" fmla="*/ 53 w 383"/>
                  <a:gd name="T41" fmla="*/ 291 h 411"/>
                  <a:gd name="T42" fmla="*/ 65 w 383"/>
                  <a:gd name="T43" fmla="*/ 288 h 411"/>
                  <a:gd name="T44" fmla="*/ 100 w 383"/>
                  <a:gd name="T45" fmla="*/ 268 h 411"/>
                  <a:gd name="T46" fmla="*/ 156 w 383"/>
                  <a:gd name="T47" fmla="*/ 244 h 411"/>
                  <a:gd name="T48" fmla="*/ 197 w 383"/>
                  <a:gd name="T49" fmla="*/ 229 h 411"/>
                  <a:gd name="T50" fmla="*/ 203 w 383"/>
                  <a:gd name="T51" fmla="*/ 226 h 411"/>
                  <a:gd name="T52" fmla="*/ 219 w 383"/>
                  <a:gd name="T53" fmla="*/ 204 h 411"/>
                  <a:gd name="T54" fmla="*/ 222 w 383"/>
                  <a:gd name="T55" fmla="*/ 124 h 411"/>
                  <a:gd name="T56" fmla="*/ 210 w 383"/>
                  <a:gd name="T57" fmla="*/ 69 h 411"/>
                  <a:gd name="T58" fmla="*/ 197 w 383"/>
                  <a:gd name="T59" fmla="*/ 36 h 411"/>
                  <a:gd name="T60" fmla="*/ 194 w 383"/>
                  <a:gd name="T61" fmla="*/ 10 h 411"/>
                  <a:gd name="T62" fmla="*/ 205 w 383"/>
                  <a:gd name="T63" fmla="*/ 2 h 411"/>
                  <a:gd name="T64" fmla="*/ 230 w 383"/>
                  <a:gd name="T65" fmla="*/ 7 h 411"/>
                  <a:gd name="T66" fmla="*/ 237 w 383"/>
                  <a:gd name="T67" fmla="*/ 10 h 411"/>
                  <a:gd name="T68" fmla="*/ 248 w 383"/>
                  <a:gd name="T69" fmla="*/ 19 h 411"/>
                  <a:gd name="T70" fmla="*/ 265 w 383"/>
                  <a:gd name="T71" fmla="*/ 29 h 411"/>
                  <a:gd name="T72" fmla="*/ 280 w 383"/>
                  <a:gd name="T73" fmla="*/ 49 h 411"/>
                  <a:gd name="T74" fmla="*/ 278 w 383"/>
                  <a:gd name="T75" fmla="*/ 66 h 411"/>
                  <a:gd name="T76" fmla="*/ 273 w 383"/>
                  <a:gd name="T77" fmla="*/ 72 h 411"/>
                  <a:gd name="T78" fmla="*/ 270 w 383"/>
                  <a:gd name="T79" fmla="*/ 77 h 411"/>
                  <a:gd name="T80" fmla="*/ 271 w 383"/>
                  <a:gd name="T81" fmla="*/ 158 h 411"/>
                  <a:gd name="T82" fmla="*/ 273 w 383"/>
                  <a:gd name="T83" fmla="*/ 179 h 411"/>
                  <a:gd name="T84" fmla="*/ 278 w 383"/>
                  <a:gd name="T85" fmla="*/ 182 h 411"/>
                  <a:gd name="T86" fmla="*/ 313 w 383"/>
                  <a:gd name="T87" fmla="*/ 160 h 411"/>
                  <a:gd name="T88" fmla="*/ 325 w 383"/>
                  <a:gd name="T89" fmla="*/ 144 h 411"/>
                  <a:gd name="T90" fmla="*/ 341 w 383"/>
                  <a:gd name="T91" fmla="*/ 128 h 411"/>
                  <a:gd name="T92" fmla="*/ 369 w 383"/>
                  <a:gd name="T93" fmla="*/ 122 h 411"/>
                  <a:gd name="T94" fmla="*/ 380 w 383"/>
                  <a:gd name="T95" fmla="*/ 141 h 411"/>
                  <a:gd name="T96" fmla="*/ 372 w 383"/>
                  <a:gd name="T97" fmla="*/ 154 h 411"/>
                  <a:gd name="T98" fmla="*/ 355 w 383"/>
                  <a:gd name="T99" fmla="*/ 169 h 411"/>
                  <a:gd name="T100" fmla="*/ 314 w 383"/>
                  <a:gd name="T101" fmla="*/ 199 h 411"/>
                  <a:gd name="T102" fmla="*/ 275 w 383"/>
                  <a:gd name="T103" fmla="*/ 229 h 411"/>
                  <a:gd name="T104" fmla="*/ 271 w 383"/>
                  <a:gd name="T105" fmla="*/ 238 h 411"/>
                  <a:gd name="T106" fmla="*/ 254 w 383"/>
                  <a:gd name="T107" fmla="*/ 310 h 411"/>
                  <a:gd name="T108" fmla="*/ 250 w 383"/>
                  <a:gd name="T109" fmla="*/ 320 h 411"/>
                  <a:gd name="T110" fmla="*/ 247 w 383"/>
                  <a:gd name="T111" fmla="*/ 325 h 411"/>
                  <a:gd name="T112" fmla="*/ 173 w 383"/>
                  <a:gd name="T113" fmla="*/ 386 h 411"/>
                  <a:gd name="T114" fmla="*/ 95 w 383"/>
                  <a:gd name="T115" fmla="*/ 410 h 411"/>
                  <a:gd name="T116" fmla="*/ 88 w 383"/>
                  <a:gd name="T117" fmla="*/ 411 h 411"/>
                  <a:gd name="T118" fmla="*/ 83 w 383"/>
                  <a:gd name="T119" fmla="*/ 41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83" h="411">
                    <a:moveTo>
                      <a:pt x="83" y="410"/>
                    </a:moveTo>
                    <a:cubicBezTo>
                      <a:pt x="89" y="396"/>
                      <a:pt x="96" y="385"/>
                      <a:pt x="111" y="380"/>
                    </a:cubicBezTo>
                    <a:cubicBezTo>
                      <a:pt x="120" y="378"/>
                      <a:pt x="128" y="375"/>
                      <a:pt x="136" y="371"/>
                    </a:cubicBezTo>
                    <a:cubicBezTo>
                      <a:pt x="168" y="355"/>
                      <a:pt x="188" y="328"/>
                      <a:pt x="198" y="294"/>
                    </a:cubicBezTo>
                    <a:cubicBezTo>
                      <a:pt x="199" y="289"/>
                      <a:pt x="200" y="284"/>
                      <a:pt x="201" y="280"/>
                    </a:cubicBezTo>
                    <a:cubicBezTo>
                      <a:pt x="202" y="275"/>
                      <a:pt x="201" y="274"/>
                      <a:pt x="197" y="274"/>
                    </a:cubicBezTo>
                    <a:cubicBezTo>
                      <a:pt x="186" y="275"/>
                      <a:pt x="176" y="278"/>
                      <a:pt x="166" y="283"/>
                    </a:cubicBezTo>
                    <a:cubicBezTo>
                      <a:pt x="159" y="286"/>
                      <a:pt x="152" y="289"/>
                      <a:pt x="144" y="291"/>
                    </a:cubicBezTo>
                    <a:cubicBezTo>
                      <a:pt x="136" y="294"/>
                      <a:pt x="130" y="300"/>
                      <a:pt x="123" y="305"/>
                    </a:cubicBezTo>
                    <a:cubicBezTo>
                      <a:pt x="105" y="321"/>
                      <a:pt x="84" y="334"/>
                      <a:pt x="62" y="344"/>
                    </a:cubicBezTo>
                    <a:cubicBezTo>
                      <a:pt x="53" y="348"/>
                      <a:pt x="43" y="351"/>
                      <a:pt x="34" y="353"/>
                    </a:cubicBezTo>
                    <a:cubicBezTo>
                      <a:pt x="24" y="356"/>
                      <a:pt x="15" y="352"/>
                      <a:pt x="9" y="344"/>
                    </a:cubicBezTo>
                    <a:cubicBezTo>
                      <a:pt x="4" y="338"/>
                      <a:pt x="1" y="330"/>
                      <a:pt x="1" y="322"/>
                    </a:cubicBezTo>
                    <a:cubicBezTo>
                      <a:pt x="1" y="310"/>
                      <a:pt x="0" y="299"/>
                      <a:pt x="0" y="288"/>
                    </a:cubicBezTo>
                    <a:cubicBezTo>
                      <a:pt x="0" y="286"/>
                      <a:pt x="0" y="284"/>
                      <a:pt x="1" y="283"/>
                    </a:cubicBezTo>
                    <a:cubicBezTo>
                      <a:pt x="1" y="280"/>
                      <a:pt x="4" y="279"/>
                      <a:pt x="6" y="282"/>
                    </a:cubicBezTo>
                    <a:cubicBezTo>
                      <a:pt x="7" y="283"/>
                      <a:pt x="7" y="284"/>
                      <a:pt x="8" y="285"/>
                    </a:cubicBezTo>
                    <a:cubicBezTo>
                      <a:pt x="9" y="286"/>
                      <a:pt x="9" y="288"/>
                      <a:pt x="10" y="290"/>
                    </a:cubicBezTo>
                    <a:cubicBezTo>
                      <a:pt x="16" y="297"/>
                      <a:pt x="23" y="301"/>
                      <a:pt x="32" y="298"/>
                    </a:cubicBezTo>
                    <a:cubicBezTo>
                      <a:pt x="37" y="297"/>
                      <a:pt x="41" y="295"/>
                      <a:pt x="46" y="293"/>
                    </a:cubicBezTo>
                    <a:cubicBezTo>
                      <a:pt x="48" y="292"/>
                      <a:pt x="51" y="291"/>
                      <a:pt x="53" y="291"/>
                    </a:cubicBezTo>
                    <a:cubicBezTo>
                      <a:pt x="58" y="292"/>
                      <a:pt x="61" y="290"/>
                      <a:pt x="65" y="288"/>
                    </a:cubicBezTo>
                    <a:cubicBezTo>
                      <a:pt x="77" y="282"/>
                      <a:pt x="89" y="275"/>
                      <a:pt x="100" y="268"/>
                    </a:cubicBezTo>
                    <a:cubicBezTo>
                      <a:pt x="118" y="258"/>
                      <a:pt x="137" y="251"/>
                      <a:pt x="156" y="244"/>
                    </a:cubicBezTo>
                    <a:cubicBezTo>
                      <a:pt x="169" y="239"/>
                      <a:pt x="183" y="234"/>
                      <a:pt x="197" y="229"/>
                    </a:cubicBezTo>
                    <a:cubicBezTo>
                      <a:pt x="199" y="228"/>
                      <a:pt x="201" y="227"/>
                      <a:pt x="203" y="226"/>
                    </a:cubicBezTo>
                    <a:cubicBezTo>
                      <a:pt x="212" y="222"/>
                      <a:pt x="218" y="215"/>
                      <a:pt x="219" y="204"/>
                    </a:cubicBezTo>
                    <a:cubicBezTo>
                      <a:pt x="221" y="178"/>
                      <a:pt x="223" y="151"/>
                      <a:pt x="222" y="124"/>
                    </a:cubicBezTo>
                    <a:cubicBezTo>
                      <a:pt x="221" y="105"/>
                      <a:pt x="218" y="87"/>
                      <a:pt x="210" y="69"/>
                    </a:cubicBezTo>
                    <a:cubicBezTo>
                      <a:pt x="205" y="58"/>
                      <a:pt x="201" y="47"/>
                      <a:pt x="197" y="36"/>
                    </a:cubicBezTo>
                    <a:cubicBezTo>
                      <a:pt x="194" y="28"/>
                      <a:pt x="193" y="19"/>
                      <a:pt x="194" y="10"/>
                    </a:cubicBezTo>
                    <a:cubicBezTo>
                      <a:pt x="194" y="4"/>
                      <a:pt x="199" y="0"/>
                      <a:pt x="205" y="2"/>
                    </a:cubicBezTo>
                    <a:cubicBezTo>
                      <a:pt x="213" y="4"/>
                      <a:pt x="222" y="5"/>
                      <a:pt x="230" y="7"/>
                    </a:cubicBezTo>
                    <a:cubicBezTo>
                      <a:pt x="233" y="7"/>
                      <a:pt x="235" y="9"/>
                      <a:pt x="237" y="10"/>
                    </a:cubicBezTo>
                    <a:cubicBezTo>
                      <a:pt x="241" y="13"/>
                      <a:pt x="244" y="16"/>
                      <a:pt x="248" y="19"/>
                    </a:cubicBezTo>
                    <a:cubicBezTo>
                      <a:pt x="253" y="23"/>
                      <a:pt x="259" y="26"/>
                      <a:pt x="265" y="29"/>
                    </a:cubicBezTo>
                    <a:cubicBezTo>
                      <a:pt x="274" y="33"/>
                      <a:pt x="279" y="40"/>
                      <a:pt x="280" y="49"/>
                    </a:cubicBezTo>
                    <a:cubicBezTo>
                      <a:pt x="280" y="55"/>
                      <a:pt x="280" y="60"/>
                      <a:pt x="278" y="66"/>
                    </a:cubicBezTo>
                    <a:cubicBezTo>
                      <a:pt x="277" y="68"/>
                      <a:pt x="275" y="70"/>
                      <a:pt x="273" y="72"/>
                    </a:cubicBezTo>
                    <a:cubicBezTo>
                      <a:pt x="271" y="74"/>
                      <a:pt x="270" y="75"/>
                      <a:pt x="270" y="77"/>
                    </a:cubicBezTo>
                    <a:cubicBezTo>
                      <a:pt x="271" y="104"/>
                      <a:pt x="271" y="131"/>
                      <a:pt x="271" y="158"/>
                    </a:cubicBezTo>
                    <a:cubicBezTo>
                      <a:pt x="272" y="165"/>
                      <a:pt x="272" y="172"/>
                      <a:pt x="273" y="179"/>
                    </a:cubicBezTo>
                    <a:cubicBezTo>
                      <a:pt x="274" y="183"/>
                      <a:pt x="275" y="184"/>
                      <a:pt x="278" y="182"/>
                    </a:cubicBezTo>
                    <a:cubicBezTo>
                      <a:pt x="291" y="176"/>
                      <a:pt x="303" y="170"/>
                      <a:pt x="313" y="160"/>
                    </a:cubicBezTo>
                    <a:cubicBezTo>
                      <a:pt x="317" y="155"/>
                      <a:pt x="321" y="150"/>
                      <a:pt x="325" y="144"/>
                    </a:cubicBezTo>
                    <a:cubicBezTo>
                      <a:pt x="330" y="138"/>
                      <a:pt x="335" y="132"/>
                      <a:pt x="341" y="128"/>
                    </a:cubicBezTo>
                    <a:cubicBezTo>
                      <a:pt x="350" y="122"/>
                      <a:pt x="359" y="120"/>
                      <a:pt x="369" y="122"/>
                    </a:cubicBezTo>
                    <a:cubicBezTo>
                      <a:pt x="379" y="124"/>
                      <a:pt x="383" y="131"/>
                      <a:pt x="380" y="141"/>
                    </a:cubicBezTo>
                    <a:cubicBezTo>
                      <a:pt x="379" y="146"/>
                      <a:pt x="376" y="151"/>
                      <a:pt x="372" y="154"/>
                    </a:cubicBezTo>
                    <a:cubicBezTo>
                      <a:pt x="367" y="160"/>
                      <a:pt x="361" y="165"/>
                      <a:pt x="355" y="169"/>
                    </a:cubicBezTo>
                    <a:cubicBezTo>
                      <a:pt x="341" y="178"/>
                      <a:pt x="328" y="189"/>
                      <a:pt x="314" y="199"/>
                    </a:cubicBezTo>
                    <a:cubicBezTo>
                      <a:pt x="301" y="209"/>
                      <a:pt x="289" y="219"/>
                      <a:pt x="275" y="229"/>
                    </a:cubicBezTo>
                    <a:cubicBezTo>
                      <a:pt x="272" y="232"/>
                      <a:pt x="271" y="234"/>
                      <a:pt x="271" y="238"/>
                    </a:cubicBezTo>
                    <a:cubicBezTo>
                      <a:pt x="267" y="263"/>
                      <a:pt x="262" y="287"/>
                      <a:pt x="254" y="310"/>
                    </a:cubicBezTo>
                    <a:cubicBezTo>
                      <a:pt x="253" y="314"/>
                      <a:pt x="251" y="317"/>
                      <a:pt x="250" y="320"/>
                    </a:cubicBezTo>
                    <a:cubicBezTo>
                      <a:pt x="249" y="322"/>
                      <a:pt x="249" y="324"/>
                      <a:pt x="247" y="325"/>
                    </a:cubicBezTo>
                    <a:cubicBezTo>
                      <a:pt x="226" y="349"/>
                      <a:pt x="202" y="371"/>
                      <a:pt x="173" y="386"/>
                    </a:cubicBezTo>
                    <a:cubicBezTo>
                      <a:pt x="149" y="400"/>
                      <a:pt x="123" y="408"/>
                      <a:pt x="95" y="410"/>
                    </a:cubicBezTo>
                    <a:cubicBezTo>
                      <a:pt x="93" y="410"/>
                      <a:pt x="90" y="411"/>
                      <a:pt x="88" y="411"/>
                    </a:cubicBezTo>
                    <a:cubicBezTo>
                      <a:pt x="87" y="411"/>
                      <a:pt x="85" y="411"/>
                      <a:pt x="83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4606634" y="2270052"/>
                <a:ext cx="551054" cy="1278318"/>
              </a:xfrm>
              <a:custGeom>
                <a:avLst/>
                <a:gdLst>
                  <a:gd name="T0" fmla="*/ 127 w 193"/>
                  <a:gd name="T1" fmla="*/ 371 h 449"/>
                  <a:gd name="T2" fmla="*/ 63 w 193"/>
                  <a:gd name="T3" fmla="*/ 417 h 449"/>
                  <a:gd name="T4" fmla="*/ 47 w 193"/>
                  <a:gd name="T5" fmla="*/ 433 h 449"/>
                  <a:gd name="T6" fmla="*/ 7 w 193"/>
                  <a:gd name="T7" fmla="*/ 434 h 449"/>
                  <a:gd name="T8" fmla="*/ 1 w 193"/>
                  <a:gd name="T9" fmla="*/ 383 h 449"/>
                  <a:gd name="T10" fmla="*/ 33 w 193"/>
                  <a:gd name="T11" fmla="*/ 331 h 449"/>
                  <a:gd name="T12" fmla="*/ 49 w 193"/>
                  <a:gd name="T13" fmla="*/ 286 h 449"/>
                  <a:gd name="T14" fmla="*/ 50 w 193"/>
                  <a:gd name="T15" fmla="*/ 233 h 449"/>
                  <a:gd name="T16" fmla="*/ 38 w 193"/>
                  <a:gd name="T17" fmla="*/ 207 h 449"/>
                  <a:gd name="T18" fmla="*/ 54 w 193"/>
                  <a:gd name="T19" fmla="*/ 201 h 449"/>
                  <a:gd name="T20" fmla="*/ 75 w 193"/>
                  <a:gd name="T21" fmla="*/ 209 h 449"/>
                  <a:gd name="T22" fmla="*/ 107 w 193"/>
                  <a:gd name="T23" fmla="*/ 223 h 449"/>
                  <a:gd name="T24" fmla="*/ 126 w 193"/>
                  <a:gd name="T25" fmla="*/ 233 h 449"/>
                  <a:gd name="T26" fmla="*/ 133 w 193"/>
                  <a:gd name="T27" fmla="*/ 231 h 449"/>
                  <a:gd name="T28" fmla="*/ 135 w 193"/>
                  <a:gd name="T29" fmla="*/ 200 h 449"/>
                  <a:gd name="T30" fmla="*/ 133 w 193"/>
                  <a:gd name="T31" fmla="*/ 99 h 449"/>
                  <a:gd name="T32" fmla="*/ 105 w 193"/>
                  <a:gd name="T33" fmla="*/ 55 h 449"/>
                  <a:gd name="T34" fmla="*/ 77 w 193"/>
                  <a:gd name="T35" fmla="*/ 9 h 449"/>
                  <a:gd name="T36" fmla="*/ 95 w 193"/>
                  <a:gd name="T37" fmla="*/ 6 h 449"/>
                  <a:gd name="T38" fmla="*/ 165 w 193"/>
                  <a:gd name="T39" fmla="*/ 52 h 449"/>
                  <a:gd name="T40" fmla="*/ 189 w 193"/>
                  <a:gd name="T41" fmla="*/ 83 h 449"/>
                  <a:gd name="T42" fmla="*/ 189 w 193"/>
                  <a:gd name="T43" fmla="*/ 292 h 449"/>
                  <a:gd name="T44" fmla="*/ 165 w 193"/>
                  <a:gd name="T45" fmla="*/ 409 h 449"/>
                  <a:gd name="T46" fmla="*/ 145 w 193"/>
                  <a:gd name="T47" fmla="*/ 428 h 449"/>
                  <a:gd name="T48" fmla="*/ 134 w 193"/>
                  <a:gd name="T49" fmla="*/ 415 h 449"/>
                  <a:gd name="T50" fmla="*/ 131 w 193"/>
                  <a:gd name="T51" fmla="*/ 367 h 449"/>
                  <a:gd name="T52" fmla="*/ 124 w 193"/>
                  <a:gd name="T53" fmla="*/ 264 h 449"/>
                  <a:gd name="T54" fmla="*/ 102 w 193"/>
                  <a:gd name="T55" fmla="*/ 280 h 449"/>
                  <a:gd name="T56" fmla="*/ 81 w 193"/>
                  <a:gd name="T57" fmla="*/ 296 h 449"/>
                  <a:gd name="T58" fmla="*/ 59 w 193"/>
                  <a:gd name="T59" fmla="*/ 331 h 449"/>
                  <a:gd name="T60" fmla="*/ 31 w 193"/>
                  <a:gd name="T61" fmla="*/ 373 h 449"/>
                  <a:gd name="T62" fmla="*/ 46 w 193"/>
                  <a:gd name="T63" fmla="*/ 382 h 449"/>
                  <a:gd name="T64" fmla="*/ 78 w 193"/>
                  <a:gd name="T65" fmla="*/ 363 h 449"/>
                  <a:gd name="T66" fmla="*/ 114 w 193"/>
                  <a:gd name="T67" fmla="*/ 346 h 449"/>
                  <a:gd name="T68" fmla="*/ 133 w 193"/>
                  <a:gd name="T69" fmla="*/ 325 h 449"/>
                  <a:gd name="T70" fmla="*/ 132 w 193"/>
                  <a:gd name="T71" fmla="*/ 255 h 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" h="449">
                    <a:moveTo>
                      <a:pt x="131" y="367"/>
                    </a:moveTo>
                    <a:cubicBezTo>
                      <a:pt x="129" y="369"/>
                      <a:pt x="128" y="370"/>
                      <a:pt x="127" y="371"/>
                    </a:cubicBezTo>
                    <a:cubicBezTo>
                      <a:pt x="112" y="385"/>
                      <a:pt x="97" y="397"/>
                      <a:pt x="80" y="408"/>
                    </a:cubicBezTo>
                    <a:cubicBezTo>
                      <a:pt x="74" y="411"/>
                      <a:pt x="69" y="414"/>
                      <a:pt x="63" y="417"/>
                    </a:cubicBezTo>
                    <a:cubicBezTo>
                      <a:pt x="61" y="419"/>
                      <a:pt x="59" y="420"/>
                      <a:pt x="57" y="422"/>
                    </a:cubicBezTo>
                    <a:cubicBezTo>
                      <a:pt x="54" y="426"/>
                      <a:pt x="50" y="430"/>
                      <a:pt x="47" y="433"/>
                    </a:cubicBezTo>
                    <a:cubicBezTo>
                      <a:pt x="44" y="436"/>
                      <a:pt x="41" y="439"/>
                      <a:pt x="38" y="441"/>
                    </a:cubicBezTo>
                    <a:cubicBezTo>
                      <a:pt x="27" y="449"/>
                      <a:pt x="13" y="446"/>
                      <a:pt x="7" y="434"/>
                    </a:cubicBezTo>
                    <a:cubicBezTo>
                      <a:pt x="4" y="428"/>
                      <a:pt x="2" y="421"/>
                      <a:pt x="1" y="415"/>
                    </a:cubicBezTo>
                    <a:cubicBezTo>
                      <a:pt x="0" y="404"/>
                      <a:pt x="0" y="394"/>
                      <a:pt x="1" y="383"/>
                    </a:cubicBezTo>
                    <a:cubicBezTo>
                      <a:pt x="2" y="379"/>
                      <a:pt x="3" y="374"/>
                      <a:pt x="7" y="372"/>
                    </a:cubicBezTo>
                    <a:cubicBezTo>
                      <a:pt x="20" y="361"/>
                      <a:pt x="28" y="346"/>
                      <a:pt x="33" y="331"/>
                    </a:cubicBezTo>
                    <a:cubicBezTo>
                      <a:pt x="36" y="325"/>
                      <a:pt x="37" y="319"/>
                      <a:pt x="39" y="313"/>
                    </a:cubicBezTo>
                    <a:cubicBezTo>
                      <a:pt x="42" y="304"/>
                      <a:pt x="45" y="294"/>
                      <a:pt x="49" y="286"/>
                    </a:cubicBezTo>
                    <a:cubicBezTo>
                      <a:pt x="56" y="272"/>
                      <a:pt x="56" y="258"/>
                      <a:pt x="53" y="244"/>
                    </a:cubicBezTo>
                    <a:cubicBezTo>
                      <a:pt x="52" y="240"/>
                      <a:pt x="51" y="237"/>
                      <a:pt x="50" y="233"/>
                    </a:cubicBezTo>
                    <a:cubicBezTo>
                      <a:pt x="49" y="229"/>
                      <a:pt x="47" y="225"/>
                      <a:pt x="44" y="221"/>
                    </a:cubicBezTo>
                    <a:cubicBezTo>
                      <a:pt x="42" y="217"/>
                      <a:pt x="39" y="212"/>
                      <a:pt x="38" y="207"/>
                    </a:cubicBezTo>
                    <a:cubicBezTo>
                      <a:pt x="36" y="202"/>
                      <a:pt x="38" y="199"/>
                      <a:pt x="44" y="199"/>
                    </a:cubicBezTo>
                    <a:cubicBezTo>
                      <a:pt x="48" y="199"/>
                      <a:pt x="51" y="199"/>
                      <a:pt x="54" y="201"/>
                    </a:cubicBezTo>
                    <a:cubicBezTo>
                      <a:pt x="55" y="202"/>
                      <a:pt x="56" y="203"/>
                      <a:pt x="57" y="203"/>
                    </a:cubicBezTo>
                    <a:cubicBezTo>
                      <a:pt x="62" y="208"/>
                      <a:pt x="68" y="209"/>
                      <a:pt x="75" y="209"/>
                    </a:cubicBezTo>
                    <a:cubicBezTo>
                      <a:pt x="83" y="209"/>
                      <a:pt x="90" y="212"/>
                      <a:pt x="96" y="218"/>
                    </a:cubicBezTo>
                    <a:cubicBezTo>
                      <a:pt x="99" y="221"/>
                      <a:pt x="103" y="223"/>
                      <a:pt x="107" y="223"/>
                    </a:cubicBezTo>
                    <a:cubicBezTo>
                      <a:pt x="110" y="223"/>
                      <a:pt x="112" y="224"/>
                      <a:pt x="115" y="225"/>
                    </a:cubicBezTo>
                    <a:cubicBezTo>
                      <a:pt x="120" y="226"/>
                      <a:pt x="124" y="229"/>
                      <a:pt x="126" y="233"/>
                    </a:cubicBezTo>
                    <a:cubicBezTo>
                      <a:pt x="126" y="234"/>
                      <a:pt x="127" y="235"/>
                      <a:pt x="128" y="236"/>
                    </a:cubicBezTo>
                    <a:cubicBezTo>
                      <a:pt x="131" y="236"/>
                      <a:pt x="132" y="234"/>
                      <a:pt x="133" y="231"/>
                    </a:cubicBezTo>
                    <a:cubicBezTo>
                      <a:pt x="134" y="229"/>
                      <a:pt x="134" y="227"/>
                      <a:pt x="134" y="225"/>
                    </a:cubicBezTo>
                    <a:cubicBezTo>
                      <a:pt x="134" y="217"/>
                      <a:pt x="134" y="208"/>
                      <a:pt x="135" y="200"/>
                    </a:cubicBezTo>
                    <a:cubicBezTo>
                      <a:pt x="137" y="176"/>
                      <a:pt x="139" y="151"/>
                      <a:pt x="137" y="127"/>
                    </a:cubicBezTo>
                    <a:cubicBezTo>
                      <a:pt x="137" y="118"/>
                      <a:pt x="135" y="109"/>
                      <a:pt x="133" y="99"/>
                    </a:cubicBezTo>
                    <a:cubicBezTo>
                      <a:pt x="132" y="90"/>
                      <a:pt x="127" y="81"/>
                      <a:pt x="121" y="74"/>
                    </a:cubicBezTo>
                    <a:cubicBezTo>
                      <a:pt x="116" y="67"/>
                      <a:pt x="111" y="61"/>
                      <a:pt x="105" y="55"/>
                    </a:cubicBezTo>
                    <a:cubicBezTo>
                      <a:pt x="98" y="46"/>
                      <a:pt x="90" y="36"/>
                      <a:pt x="83" y="27"/>
                    </a:cubicBezTo>
                    <a:cubicBezTo>
                      <a:pt x="79" y="22"/>
                      <a:pt x="77" y="15"/>
                      <a:pt x="77" y="9"/>
                    </a:cubicBezTo>
                    <a:cubicBezTo>
                      <a:pt x="77" y="3"/>
                      <a:pt x="80" y="0"/>
                      <a:pt x="86" y="2"/>
                    </a:cubicBezTo>
                    <a:cubicBezTo>
                      <a:pt x="89" y="2"/>
                      <a:pt x="92" y="4"/>
                      <a:pt x="95" y="6"/>
                    </a:cubicBezTo>
                    <a:cubicBezTo>
                      <a:pt x="105" y="15"/>
                      <a:pt x="116" y="22"/>
                      <a:pt x="128" y="28"/>
                    </a:cubicBezTo>
                    <a:cubicBezTo>
                      <a:pt x="141" y="35"/>
                      <a:pt x="154" y="43"/>
                      <a:pt x="165" y="52"/>
                    </a:cubicBezTo>
                    <a:cubicBezTo>
                      <a:pt x="172" y="58"/>
                      <a:pt x="179" y="64"/>
                      <a:pt x="184" y="72"/>
                    </a:cubicBezTo>
                    <a:cubicBezTo>
                      <a:pt x="186" y="75"/>
                      <a:pt x="188" y="78"/>
                      <a:pt x="189" y="83"/>
                    </a:cubicBezTo>
                    <a:cubicBezTo>
                      <a:pt x="192" y="122"/>
                      <a:pt x="193" y="162"/>
                      <a:pt x="193" y="202"/>
                    </a:cubicBezTo>
                    <a:cubicBezTo>
                      <a:pt x="193" y="232"/>
                      <a:pt x="192" y="262"/>
                      <a:pt x="189" y="292"/>
                    </a:cubicBezTo>
                    <a:cubicBezTo>
                      <a:pt x="186" y="321"/>
                      <a:pt x="183" y="350"/>
                      <a:pt x="176" y="378"/>
                    </a:cubicBezTo>
                    <a:cubicBezTo>
                      <a:pt x="173" y="388"/>
                      <a:pt x="170" y="399"/>
                      <a:pt x="165" y="409"/>
                    </a:cubicBezTo>
                    <a:cubicBezTo>
                      <a:pt x="162" y="414"/>
                      <a:pt x="159" y="419"/>
                      <a:pt x="155" y="423"/>
                    </a:cubicBezTo>
                    <a:cubicBezTo>
                      <a:pt x="152" y="426"/>
                      <a:pt x="149" y="428"/>
                      <a:pt x="145" y="428"/>
                    </a:cubicBezTo>
                    <a:cubicBezTo>
                      <a:pt x="140" y="429"/>
                      <a:pt x="136" y="427"/>
                      <a:pt x="135" y="422"/>
                    </a:cubicBezTo>
                    <a:cubicBezTo>
                      <a:pt x="135" y="420"/>
                      <a:pt x="135" y="418"/>
                      <a:pt x="134" y="415"/>
                    </a:cubicBezTo>
                    <a:cubicBezTo>
                      <a:pt x="134" y="407"/>
                      <a:pt x="135" y="399"/>
                      <a:pt x="135" y="391"/>
                    </a:cubicBezTo>
                    <a:cubicBezTo>
                      <a:pt x="134" y="383"/>
                      <a:pt x="134" y="375"/>
                      <a:pt x="131" y="367"/>
                    </a:cubicBezTo>
                    <a:close/>
                    <a:moveTo>
                      <a:pt x="132" y="255"/>
                    </a:moveTo>
                    <a:cubicBezTo>
                      <a:pt x="127" y="257"/>
                      <a:pt x="125" y="260"/>
                      <a:pt x="124" y="264"/>
                    </a:cubicBezTo>
                    <a:cubicBezTo>
                      <a:pt x="123" y="267"/>
                      <a:pt x="122" y="271"/>
                      <a:pt x="119" y="273"/>
                    </a:cubicBezTo>
                    <a:cubicBezTo>
                      <a:pt x="114" y="277"/>
                      <a:pt x="108" y="280"/>
                      <a:pt x="102" y="280"/>
                    </a:cubicBezTo>
                    <a:cubicBezTo>
                      <a:pt x="97" y="280"/>
                      <a:pt x="94" y="282"/>
                      <a:pt x="91" y="285"/>
                    </a:cubicBezTo>
                    <a:cubicBezTo>
                      <a:pt x="87" y="289"/>
                      <a:pt x="84" y="292"/>
                      <a:pt x="81" y="296"/>
                    </a:cubicBezTo>
                    <a:cubicBezTo>
                      <a:pt x="78" y="299"/>
                      <a:pt x="76" y="302"/>
                      <a:pt x="75" y="305"/>
                    </a:cubicBezTo>
                    <a:cubicBezTo>
                      <a:pt x="71" y="315"/>
                      <a:pt x="66" y="323"/>
                      <a:pt x="59" y="331"/>
                    </a:cubicBezTo>
                    <a:cubicBezTo>
                      <a:pt x="54" y="337"/>
                      <a:pt x="50" y="343"/>
                      <a:pt x="45" y="349"/>
                    </a:cubicBezTo>
                    <a:cubicBezTo>
                      <a:pt x="39" y="356"/>
                      <a:pt x="34" y="364"/>
                      <a:pt x="31" y="373"/>
                    </a:cubicBezTo>
                    <a:cubicBezTo>
                      <a:pt x="29" y="377"/>
                      <a:pt x="29" y="379"/>
                      <a:pt x="34" y="381"/>
                    </a:cubicBezTo>
                    <a:cubicBezTo>
                      <a:pt x="38" y="382"/>
                      <a:pt x="42" y="383"/>
                      <a:pt x="46" y="382"/>
                    </a:cubicBezTo>
                    <a:cubicBezTo>
                      <a:pt x="53" y="381"/>
                      <a:pt x="59" y="378"/>
                      <a:pt x="64" y="374"/>
                    </a:cubicBezTo>
                    <a:cubicBezTo>
                      <a:pt x="69" y="371"/>
                      <a:pt x="73" y="367"/>
                      <a:pt x="78" y="363"/>
                    </a:cubicBezTo>
                    <a:cubicBezTo>
                      <a:pt x="81" y="361"/>
                      <a:pt x="83" y="359"/>
                      <a:pt x="87" y="358"/>
                    </a:cubicBezTo>
                    <a:cubicBezTo>
                      <a:pt x="97" y="356"/>
                      <a:pt x="106" y="351"/>
                      <a:pt x="114" y="346"/>
                    </a:cubicBezTo>
                    <a:cubicBezTo>
                      <a:pt x="119" y="343"/>
                      <a:pt x="123" y="340"/>
                      <a:pt x="127" y="338"/>
                    </a:cubicBezTo>
                    <a:cubicBezTo>
                      <a:pt x="131" y="335"/>
                      <a:pt x="133" y="331"/>
                      <a:pt x="133" y="325"/>
                    </a:cubicBezTo>
                    <a:cubicBezTo>
                      <a:pt x="132" y="304"/>
                      <a:pt x="132" y="282"/>
                      <a:pt x="132" y="260"/>
                    </a:cubicBezTo>
                    <a:cubicBezTo>
                      <a:pt x="132" y="259"/>
                      <a:pt x="132" y="257"/>
                      <a:pt x="132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5375547" y="2443057"/>
                <a:ext cx="650372" cy="900269"/>
              </a:xfrm>
              <a:custGeom>
                <a:avLst/>
                <a:gdLst>
                  <a:gd name="T0" fmla="*/ 34 w 229"/>
                  <a:gd name="T1" fmla="*/ 0 h 316"/>
                  <a:gd name="T2" fmla="*/ 37 w 229"/>
                  <a:gd name="T3" fmla="*/ 2 h 316"/>
                  <a:gd name="T4" fmla="*/ 69 w 229"/>
                  <a:gd name="T5" fmla="*/ 32 h 316"/>
                  <a:gd name="T6" fmla="*/ 73 w 229"/>
                  <a:gd name="T7" fmla="*/ 38 h 316"/>
                  <a:gd name="T8" fmla="*/ 99 w 229"/>
                  <a:gd name="T9" fmla="*/ 117 h 316"/>
                  <a:gd name="T10" fmla="*/ 101 w 229"/>
                  <a:gd name="T11" fmla="*/ 128 h 316"/>
                  <a:gd name="T12" fmla="*/ 112 w 229"/>
                  <a:gd name="T13" fmla="*/ 132 h 316"/>
                  <a:gd name="T14" fmla="*/ 120 w 229"/>
                  <a:gd name="T15" fmla="*/ 127 h 316"/>
                  <a:gd name="T16" fmla="*/ 145 w 229"/>
                  <a:gd name="T17" fmla="*/ 109 h 316"/>
                  <a:gd name="T18" fmla="*/ 148 w 229"/>
                  <a:gd name="T19" fmla="*/ 103 h 316"/>
                  <a:gd name="T20" fmla="*/ 148 w 229"/>
                  <a:gd name="T21" fmla="*/ 80 h 316"/>
                  <a:gd name="T22" fmla="*/ 159 w 229"/>
                  <a:gd name="T23" fmla="*/ 69 h 316"/>
                  <a:gd name="T24" fmla="*/ 162 w 229"/>
                  <a:gd name="T25" fmla="*/ 71 h 316"/>
                  <a:gd name="T26" fmla="*/ 164 w 229"/>
                  <a:gd name="T27" fmla="*/ 75 h 316"/>
                  <a:gd name="T28" fmla="*/ 171 w 229"/>
                  <a:gd name="T29" fmla="*/ 86 h 316"/>
                  <a:gd name="T30" fmla="*/ 204 w 229"/>
                  <a:gd name="T31" fmla="*/ 104 h 316"/>
                  <a:gd name="T32" fmla="*/ 209 w 229"/>
                  <a:gd name="T33" fmla="*/ 112 h 316"/>
                  <a:gd name="T34" fmla="*/ 169 w 229"/>
                  <a:gd name="T35" fmla="*/ 170 h 316"/>
                  <a:gd name="T36" fmla="*/ 128 w 229"/>
                  <a:gd name="T37" fmla="*/ 175 h 316"/>
                  <a:gd name="T38" fmla="*/ 114 w 229"/>
                  <a:gd name="T39" fmla="*/ 190 h 316"/>
                  <a:gd name="T40" fmla="*/ 115 w 229"/>
                  <a:gd name="T41" fmla="*/ 196 h 316"/>
                  <a:gd name="T42" fmla="*/ 115 w 229"/>
                  <a:gd name="T43" fmla="*/ 219 h 316"/>
                  <a:gd name="T44" fmla="*/ 109 w 229"/>
                  <a:gd name="T45" fmla="*/ 226 h 316"/>
                  <a:gd name="T46" fmla="*/ 89 w 229"/>
                  <a:gd name="T47" fmla="*/ 246 h 316"/>
                  <a:gd name="T48" fmla="*/ 95 w 229"/>
                  <a:gd name="T49" fmla="*/ 260 h 316"/>
                  <a:gd name="T50" fmla="*/ 113 w 229"/>
                  <a:gd name="T51" fmla="*/ 259 h 316"/>
                  <a:gd name="T52" fmla="*/ 148 w 229"/>
                  <a:gd name="T53" fmla="*/ 248 h 316"/>
                  <a:gd name="T54" fmla="*/ 170 w 229"/>
                  <a:gd name="T55" fmla="*/ 243 h 316"/>
                  <a:gd name="T56" fmla="*/ 187 w 229"/>
                  <a:gd name="T57" fmla="*/ 237 h 316"/>
                  <a:gd name="T58" fmla="*/ 212 w 229"/>
                  <a:gd name="T59" fmla="*/ 229 h 316"/>
                  <a:gd name="T60" fmla="*/ 220 w 229"/>
                  <a:gd name="T61" fmla="*/ 229 h 316"/>
                  <a:gd name="T62" fmla="*/ 227 w 229"/>
                  <a:gd name="T63" fmla="*/ 241 h 316"/>
                  <a:gd name="T64" fmla="*/ 214 w 229"/>
                  <a:gd name="T65" fmla="*/ 267 h 316"/>
                  <a:gd name="T66" fmla="*/ 203 w 229"/>
                  <a:gd name="T67" fmla="*/ 277 h 316"/>
                  <a:gd name="T68" fmla="*/ 174 w 229"/>
                  <a:gd name="T69" fmla="*/ 289 h 316"/>
                  <a:gd name="T70" fmla="*/ 140 w 229"/>
                  <a:gd name="T71" fmla="*/ 298 h 316"/>
                  <a:gd name="T72" fmla="*/ 127 w 229"/>
                  <a:gd name="T73" fmla="*/ 298 h 316"/>
                  <a:gd name="T74" fmla="*/ 116 w 229"/>
                  <a:gd name="T75" fmla="*/ 301 h 316"/>
                  <a:gd name="T76" fmla="*/ 55 w 229"/>
                  <a:gd name="T77" fmla="*/ 304 h 316"/>
                  <a:gd name="T78" fmla="*/ 44 w 229"/>
                  <a:gd name="T79" fmla="*/ 292 h 316"/>
                  <a:gd name="T80" fmla="*/ 27 w 229"/>
                  <a:gd name="T81" fmla="*/ 257 h 316"/>
                  <a:gd name="T82" fmla="*/ 25 w 229"/>
                  <a:gd name="T83" fmla="*/ 252 h 316"/>
                  <a:gd name="T84" fmla="*/ 18 w 229"/>
                  <a:gd name="T85" fmla="*/ 217 h 316"/>
                  <a:gd name="T86" fmla="*/ 18 w 229"/>
                  <a:gd name="T87" fmla="*/ 210 h 316"/>
                  <a:gd name="T88" fmla="*/ 1 w 229"/>
                  <a:gd name="T89" fmla="*/ 140 h 316"/>
                  <a:gd name="T90" fmla="*/ 0 w 229"/>
                  <a:gd name="T91" fmla="*/ 134 h 316"/>
                  <a:gd name="T92" fmla="*/ 18 w 229"/>
                  <a:gd name="T93" fmla="*/ 50 h 316"/>
                  <a:gd name="T94" fmla="*/ 32 w 229"/>
                  <a:gd name="T95" fmla="*/ 4 h 316"/>
                  <a:gd name="T96" fmla="*/ 34 w 229"/>
                  <a:gd name="T97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9" h="316">
                    <a:moveTo>
                      <a:pt x="34" y="0"/>
                    </a:moveTo>
                    <a:cubicBezTo>
                      <a:pt x="35" y="1"/>
                      <a:pt x="36" y="2"/>
                      <a:pt x="37" y="2"/>
                    </a:cubicBezTo>
                    <a:cubicBezTo>
                      <a:pt x="48" y="12"/>
                      <a:pt x="58" y="22"/>
                      <a:pt x="69" y="32"/>
                    </a:cubicBezTo>
                    <a:cubicBezTo>
                      <a:pt x="71" y="34"/>
                      <a:pt x="72" y="36"/>
                      <a:pt x="73" y="38"/>
                    </a:cubicBezTo>
                    <a:cubicBezTo>
                      <a:pt x="86" y="63"/>
                      <a:pt x="94" y="89"/>
                      <a:pt x="99" y="117"/>
                    </a:cubicBezTo>
                    <a:cubicBezTo>
                      <a:pt x="99" y="120"/>
                      <a:pt x="100" y="124"/>
                      <a:pt x="101" y="128"/>
                    </a:cubicBezTo>
                    <a:cubicBezTo>
                      <a:pt x="103" y="133"/>
                      <a:pt x="107" y="134"/>
                      <a:pt x="112" y="132"/>
                    </a:cubicBezTo>
                    <a:cubicBezTo>
                      <a:pt x="115" y="130"/>
                      <a:pt x="117" y="129"/>
                      <a:pt x="120" y="127"/>
                    </a:cubicBezTo>
                    <a:cubicBezTo>
                      <a:pt x="128" y="121"/>
                      <a:pt x="136" y="115"/>
                      <a:pt x="145" y="109"/>
                    </a:cubicBezTo>
                    <a:cubicBezTo>
                      <a:pt x="147" y="108"/>
                      <a:pt x="148" y="106"/>
                      <a:pt x="148" y="103"/>
                    </a:cubicBezTo>
                    <a:cubicBezTo>
                      <a:pt x="148" y="95"/>
                      <a:pt x="148" y="88"/>
                      <a:pt x="148" y="80"/>
                    </a:cubicBezTo>
                    <a:cubicBezTo>
                      <a:pt x="148" y="75"/>
                      <a:pt x="153" y="69"/>
                      <a:pt x="159" y="69"/>
                    </a:cubicBezTo>
                    <a:cubicBezTo>
                      <a:pt x="160" y="69"/>
                      <a:pt x="162" y="70"/>
                      <a:pt x="162" y="71"/>
                    </a:cubicBezTo>
                    <a:cubicBezTo>
                      <a:pt x="163" y="72"/>
                      <a:pt x="164" y="73"/>
                      <a:pt x="164" y="75"/>
                    </a:cubicBezTo>
                    <a:cubicBezTo>
                      <a:pt x="164" y="79"/>
                      <a:pt x="167" y="83"/>
                      <a:pt x="171" y="86"/>
                    </a:cubicBezTo>
                    <a:cubicBezTo>
                      <a:pt x="181" y="94"/>
                      <a:pt x="192" y="100"/>
                      <a:pt x="204" y="104"/>
                    </a:cubicBezTo>
                    <a:cubicBezTo>
                      <a:pt x="208" y="106"/>
                      <a:pt x="209" y="108"/>
                      <a:pt x="209" y="112"/>
                    </a:cubicBezTo>
                    <a:cubicBezTo>
                      <a:pt x="210" y="140"/>
                      <a:pt x="196" y="160"/>
                      <a:pt x="169" y="170"/>
                    </a:cubicBezTo>
                    <a:cubicBezTo>
                      <a:pt x="156" y="175"/>
                      <a:pt x="142" y="177"/>
                      <a:pt x="128" y="175"/>
                    </a:cubicBezTo>
                    <a:cubicBezTo>
                      <a:pt x="119" y="173"/>
                      <a:pt x="112" y="182"/>
                      <a:pt x="114" y="190"/>
                    </a:cubicBezTo>
                    <a:cubicBezTo>
                      <a:pt x="114" y="192"/>
                      <a:pt x="115" y="194"/>
                      <a:pt x="115" y="196"/>
                    </a:cubicBezTo>
                    <a:cubicBezTo>
                      <a:pt x="118" y="203"/>
                      <a:pt x="118" y="211"/>
                      <a:pt x="115" y="219"/>
                    </a:cubicBezTo>
                    <a:cubicBezTo>
                      <a:pt x="114" y="222"/>
                      <a:pt x="112" y="224"/>
                      <a:pt x="109" y="226"/>
                    </a:cubicBezTo>
                    <a:cubicBezTo>
                      <a:pt x="101" y="231"/>
                      <a:pt x="95" y="238"/>
                      <a:pt x="89" y="246"/>
                    </a:cubicBezTo>
                    <a:cubicBezTo>
                      <a:pt x="84" y="254"/>
                      <a:pt x="85" y="258"/>
                      <a:pt x="95" y="260"/>
                    </a:cubicBezTo>
                    <a:cubicBezTo>
                      <a:pt x="101" y="261"/>
                      <a:pt x="107" y="261"/>
                      <a:pt x="113" y="259"/>
                    </a:cubicBezTo>
                    <a:cubicBezTo>
                      <a:pt x="125" y="256"/>
                      <a:pt x="137" y="252"/>
                      <a:pt x="148" y="248"/>
                    </a:cubicBezTo>
                    <a:cubicBezTo>
                      <a:pt x="155" y="245"/>
                      <a:pt x="162" y="243"/>
                      <a:pt x="170" y="243"/>
                    </a:cubicBezTo>
                    <a:cubicBezTo>
                      <a:pt x="176" y="242"/>
                      <a:pt x="182" y="240"/>
                      <a:pt x="187" y="237"/>
                    </a:cubicBezTo>
                    <a:cubicBezTo>
                      <a:pt x="195" y="234"/>
                      <a:pt x="203" y="230"/>
                      <a:pt x="212" y="229"/>
                    </a:cubicBezTo>
                    <a:cubicBezTo>
                      <a:pt x="214" y="229"/>
                      <a:pt x="217" y="229"/>
                      <a:pt x="220" y="229"/>
                    </a:cubicBezTo>
                    <a:cubicBezTo>
                      <a:pt x="226" y="230"/>
                      <a:pt x="229" y="236"/>
                      <a:pt x="227" y="241"/>
                    </a:cubicBezTo>
                    <a:cubicBezTo>
                      <a:pt x="223" y="250"/>
                      <a:pt x="218" y="259"/>
                      <a:pt x="214" y="267"/>
                    </a:cubicBezTo>
                    <a:cubicBezTo>
                      <a:pt x="211" y="271"/>
                      <a:pt x="207" y="274"/>
                      <a:pt x="203" y="277"/>
                    </a:cubicBezTo>
                    <a:cubicBezTo>
                      <a:pt x="194" y="282"/>
                      <a:pt x="184" y="286"/>
                      <a:pt x="174" y="289"/>
                    </a:cubicBezTo>
                    <a:cubicBezTo>
                      <a:pt x="163" y="292"/>
                      <a:pt x="151" y="295"/>
                      <a:pt x="140" y="298"/>
                    </a:cubicBezTo>
                    <a:cubicBezTo>
                      <a:pt x="136" y="299"/>
                      <a:pt x="131" y="298"/>
                      <a:pt x="127" y="298"/>
                    </a:cubicBezTo>
                    <a:cubicBezTo>
                      <a:pt x="122" y="298"/>
                      <a:pt x="119" y="299"/>
                      <a:pt x="116" y="301"/>
                    </a:cubicBezTo>
                    <a:cubicBezTo>
                      <a:pt x="97" y="315"/>
                      <a:pt x="74" y="316"/>
                      <a:pt x="55" y="304"/>
                    </a:cubicBezTo>
                    <a:cubicBezTo>
                      <a:pt x="51" y="301"/>
                      <a:pt x="47" y="297"/>
                      <a:pt x="44" y="292"/>
                    </a:cubicBezTo>
                    <a:cubicBezTo>
                      <a:pt x="37" y="281"/>
                      <a:pt x="32" y="269"/>
                      <a:pt x="27" y="257"/>
                    </a:cubicBezTo>
                    <a:cubicBezTo>
                      <a:pt x="26" y="255"/>
                      <a:pt x="26" y="254"/>
                      <a:pt x="25" y="252"/>
                    </a:cubicBezTo>
                    <a:cubicBezTo>
                      <a:pt x="20" y="241"/>
                      <a:pt x="17" y="230"/>
                      <a:pt x="18" y="217"/>
                    </a:cubicBezTo>
                    <a:cubicBezTo>
                      <a:pt x="19" y="215"/>
                      <a:pt x="18" y="213"/>
                      <a:pt x="18" y="210"/>
                    </a:cubicBezTo>
                    <a:cubicBezTo>
                      <a:pt x="12" y="187"/>
                      <a:pt x="6" y="163"/>
                      <a:pt x="1" y="140"/>
                    </a:cubicBezTo>
                    <a:cubicBezTo>
                      <a:pt x="0" y="138"/>
                      <a:pt x="0" y="136"/>
                      <a:pt x="0" y="134"/>
                    </a:cubicBezTo>
                    <a:cubicBezTo>
                      <a:pt x="6" y="106"/>
                      <a:pt x="12" y="78"/>
                      <a:pt x="18" y="50"/>
                    </a:cubicBezTo>
                    <a:cubicBezTo>
                      <a:pt x="22" y="35"/>
                      <a:pt x="26" y="19"/>
                      <a:pt x="32" y="4"/>
                    </a:cubicBezTo>
                    <a:cubicBezTo>
                      <a:pt x="33" y="2"/>
                      <a:pt x="33" y="1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13"/>
              <p:cNvSpPr/>
              <p:nvPr/>
            </p:nvSpPr>
            <p:spPr bwMode="auto">
              <a:xfrm>
                <a:off x="6355912" y="2792272"/>
                <a:ext cx="772117" cy="855416"/>
              </a:xfrm>
              <a:custGeom>
                <a:avLst/>
                <a:gdLst>
                  <a:gd name="T0" fmla="*/ 194 w 271"/>
                  <a:gd name="T1" fmla="*/ 98 h 300"/>
                  <a:gd name="T2" fmla="*/ 236 w 271"/>
                  <a:gd name="T3" fmla="*/ 96 h 300"/>
                  <a:gd name="T4" fmla="*/ 237 w 271"/>
                  <a:gd name="T5" fmla="*/ 111 h 300"/>
                  <a:gd name="T6" fmla="*/ 175 w 271"/>
                  <a:gd name="T7" fmla="*/ 150 h 300"/>
                  <a:gd name="T8" fmla="*/ 169 w 271"/>
                  <a:gd name="T9" fmla="*/ 195 h 300"/>
                  <a:gd name="T10" fmla="*/ 177 w 271"/>
                  <a:gd name="T11" fmla="*/ 299 h 300"/>
                  <a:gd name="T12" fmla="*/ 159 w 271"/>
                  <a:gd name="T13" fmla="*/ 285 h 300"/>
                  <a:gd name="T14" fmla="*/ 150 w 271"/>
                  <a:gd name="T15" fmla="*/ 266 h 300"/>
                  <a:gd name="T16" fmla="*/ 133 w 271"/>
                  <a:gd name="T17" fmla="*/ 260 h 300"/>
                  <a:gd name="T18" fmla="*/ 132 w 271"/>
                  <a:gd name="T19" fmla="*/ 243 h 300"/>
                  <a:gd name="T20" fmla="*/ 149 w 271"/>
                  <a:gd name="T21" fmla="*/ 232 h 300"/>
                  <a:gd name="T22" fmla="*/ 139 w 271"/>
                  <a:gd name="T23" fmla="*/ 197 h 300"/>
                  <a:gd name="T24" fmla="*/ 117 w 271"/>
                  <a:gd name="T25" fmla="*/ 216 h 300"/>
                  <a:gd name="T26" fmla="*/ 101 w 271"/>
                  <a:gd name="T27" fmla="*/ 235 h 300"/>
                  <a:gd name="T28" fmla="*/ 26 w 271"/>
                  <a:gd name="T29" fmla="*/ 293 h 300"/>
                  <a:gd name="T30" fmla="*/ 0 w 271"/>
                  <a:gd name="T31" fmla="*/ 243 h 300"/>
                  <a:gd name="T32" fmla="*/ 9 w 271"/>
                  <a:gd name="T33" fmla="*/ 237 h 300"/>
                  <a:gd name="T34" fmla="*/ 32 w 271"/>
                  <a:gd name="T35" fmla="*/ 234 h 300"/>
                  <a:gd name="T36" fmla="*/ 59 w 271"/>
                  <a:gd name="T37" fmla="*/ 219 h 300"/>
                  <a:gd name="T38" fmla="*/ 116 w 271"/>
                  <a:gd name="T39" fmla="*/ 185 h 300"/>
                  <a:gd name="T40" fmla="*/ 145 w 271"/>
                  <a:gd name="T41" fmla="*/ 155 h 300"/>
                  <a:gd name="T42" fmla="*/ 133 w 271"/>
                  <a:gd name="T43" fmla="*/ 142 h 300"/>
                  <a:gd name="T44" fmla="*/ 145 w 271"/>
                  <a:gd name="T45" fmla="*/ 112 h 300"/>
                  <a:gd name="T46" fmla="*/ 143 w 271"/>
                  <a:gd name="T47" fmla="*/ 104 h 300"/>
                  <a:gd name="T48" fmla="*/ 124 w 271"/>
                  <a:gd name="T49" fmla="*/ 108 h 300"/>
                  <a:gd name="T50" fmla="*/ 121 w 271"/>
                  <a:gd name="T51" fmla="*/ 140 h 300"/>
                  <a:gd name="T52" fmla="*/ 87 w 271"/>
                  <a:gd name="T53" fmla="*/ 188 h 300"/>
                  <a:gd name="T54" fmla="*/ 73 w 271"/>
                  <a:gd name="T55" fmla="*/ 176 h 300"/>
                  <a:gd name="T56" fmla="*/ 67 w 271"/>
                  <a:gd name="T57" fmla="*/ 159 h 300"/>
                  <a:gd name="T58" fmla="*/ 66 w 271"/>
                  <a:gd name="T59" fmla="*/ 63 h 300"/>
                  <a:gd name="T60" fmla="*/ 72 w 271"/>
                  <a:gd name="T61" fmla="*/ 47 h 300"/>
                  <a:gd name="T62" fmla="*/ 88 w 271"/>
                  <a:gd name="T63" fmla="*/ 55 h 300"/>
                  <a:gd name="T64" fmla="*/ 109 w 271"/>
                  <a:gd name="T65" fmla="*/ 63 h 300"/>
                  <a:gd name="T66" fmla="*/ 160 w 271"/>
                  <a:gd name="T67" fmla="*/ 28 h 300"/>
                  <a:gd name="T68" fmla="*/ 187 w 271"/>
                  <a:gd name="T69" fmla="*/ 16 h 300"/>
                  <a:gd name="T70" fmla="*/ 258 w 271"/>
                  <a:gd name="T71" fmla="*/ 4 h 300"/>
                  <a:gd name="T72" fmla="*/ 271 w 271"/>
                  <a:gd name="T73" fmla="*/ 16 h 300"/>
                  <a:gd name="T74" fmla="*/ 248 w 271"/>
                  <a:gd name="T75" fmla="*/ 37 h 300"/>
                  <a:gd name="T76" fmla="*/ 215 w 271"/>
                  <a:gd name="T77" fmla="*/ 67 h 300"/>
                  <a:gd name="T78" fmla="*/ 186 w 271"/>
                  <a:gd name="T79" fmla="*/ 95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1" h="300">
                    <a:moveTo>
                      <a:pt x="185" y="102"/>
                    </a:moveTo>
                    <a:cubicBezTo>
                      <a:pt x="188" y="101"/>
                      <a:pt x="191" y="99"/>
                      <a:pt x="194" y="98"/>
                    </a:cubicBezTo>
                    <a:cubicBezTo>
                      <a:pt x="200" y="94"/>
                      <a:pt x="206" y="91"/>
                      <a:pt x="213" y="90"/>
                    </a:cubicBezTo>
                    <a:cubicBezTo>
                      <a:pt x="221" y="89"/>
                      <a:pt x="229" y="92"/>
                      <a:pt x="236" y="96"/>
                    </a:cubicBezTo>
                    <a:cubicBezTo>
                      <a:pt x="237" y="97"/>
                      <a:pt x="238" y="98"/>
                      <a:pt x="239" y="99"/>
                    </a:cubicBezTo>
                    <a:cubicBezTo>
                      <a:pt x="242" y="103"/>
                      <a:pt x="242" y="108"/>
                      <a:pt x="237" y="111"/>
                    </a:cubicBezTo>
                    <a:cubicBezTo>
                      <a:pt x="220" y="127"/>
                      <a:pt x="200" y="139"/>
                      <a:pt x="179" y="148"/>
                    </a:cubicBezTo>
                    <a:cubicBezTo>
                      <a:pt x="178" y="149"/>
                      <a:pt x="176" y="149"/>
                      <a:pt x="175" y="150"/>
                    </a:cubicBezTo>
                    <a:cubicBezTo>
                      <a:pt x="167" y="153"/>
                      <a:pt x="164" y="159"/>
                      <a:pt x="163" y="168"/>
                    </a:cubicBezTo>
                    <a:cubicBezTo>
                      <a:pt x="163" y="177"/>
                      <a:pt x="165" y="187"/>
                      <a:pt x="169" y="195"/>
                    </a:cubicBezTo>
                    <a:cubicBezTo>
                      <a:pt x="182" y="226"/>
                      <a:pt x="186" y="259"/>
                      <a:pt x="185" y="292"/>
                    </a:cubicBezTo>
                    <a:cubicBezTo>
                      <a:pt x="185" y="298"/>
                      <a:pt x="183" y="300"/>
                      <a:pt x="177" y="299"/>
                    </a:cubicBezTo>
                    <a:cubicBezTo>
                      <a:pt x="171" y="299"/>
                      <a:pt x="165" y="297"/>
                      <a:pt x="161" y="292"/>
                    </a:cubicBezTo>
                    <a:cubicBezTo>
                      <a:pt x="159" y="290"/>
                      <a:pt x="159" y="287"/>
                      <a:pt x="159" y="285"/>
                    </a:cubicBezTo>
                    <a:cubicBezTo>
                      <a:pt x="159" y="284"/>
                      <a:pt x="159" y="282"/>
                      <a:pt x="159" y="281"/>
                    </a:cubicBezTo>
                    <a:cubicBezTo>
                      <a:pt x="159" y="274"/>
                      <a:pt x="156" y="269"/>
                      <a:pt x="150" y="266"/>
                    </a:cubicBezTo>
                    <a:cubicBezTo>
                      <a:pt x="146" y="263"/>
                      <a:pt x="141" y="262"/>
                      <a:pt x="136" y="260"/>
                    </a:cubicBezTo>
                    <a:cubicBezTo>
                      <a:pt x="135" y="260"/>
                      <a:pt x="134" y="260"/>
                      <a:pt x="133" y="260"/>
                    </a:cubicBezTo>
                    <a:cubicBezTo>
                      <a:pt x="129" y="258"/>
                      <a:pt x="126" y="255"/>
                      <a:pt x="126" y="252"/>
                    </a:cubicBezTo>
                    <a:cubicBezTo>
                      <a:pt x="125" y="248"/>
                      <a:pt x="128" y="244"/>
                      <a:pt x="132" y="243"/>
                    </a:cubicBezTo>
                    <a:cubicBezTo>
                      <a:pt x="134" y="242"/>
                      <a:pt x="136" y="242"/>
                      <a:pt x="138" y="242"/>
                    </a:cubicBezTo>
                    <a:cubicBezTo>
                      <a:pt x="144" y="241"/>
                      <a:pt x="147" y="238"/>
                      <a:pt x="149" y="232"/>
                    </a:cubicBezTo>
                    <a:cubicBezTo>
                      <a:pt x="153" y="220"/>
                      <a:pt x="151" y="208"/>
                      <a:pt x="144" y="197"/>
                    </a:cubicBezTo>
                    <a:cubicBezTo>
                      <a:pt x="142" y="195"/>
                      <a:pt x="141" y="195"/>
                      <a:pt x="139" y="197"/>
                    </a:cubicBezTo>
                    <a:cubicBezTo>
                      <a:pt x="138" y="197"/>
                      <a:pt x="137" y="198"/>
                      <a:pt x="136" y="199"/>
                    </a:cubicBezTo>
                    <a:cubicBezTo>
                      <a:pt x="129" y="205"/>
                      <a:pt x="123" y="210"/>
                      <a:pt x="117" y="216"/>
                    </a:cubicBezTo>
                    <a:cubicBezTo>
                      <a:pt x="112" y="220"/>
                      <a:pt x="108" y="225"/>
                      <a:pt x="105" y="231"/>
                    </a:cubicBezTo>
                    <a:cubicBezTo>
                      <a:pt x="104" y="232"/>
                      <a:pt x="103" y="233"/>
                      <a:pt x="101" y="235"/>
                    </a:cubicBezTo>
                    <a:cubicBezTo>
                      <a:pt x="84" y="253"/>
                      <a:pt x="66" y="270"/>
                      <a:pt x="48" y="288"/>
                    </a:cubicBezTo>
                    <a:cubicBezTo>
                      <a:pt x="41" y="296"/>
                      <a:pt x="35" y="297"/>
                      <a:pt x="26" y="293"/>
                    </a:cubicBezTo>
                    <a:cubicBezTo>
                      <a:pt x="20" y="291"/>
                      <a:pt x="16" y="287"/>
                      <a:pt x="13" y="282"/>
                    </a:cubicBezTo>
                    <a:cubicBezTo>
                      <a:pt x="4" y="271"/>
                      <a:pt x="1" y="257"/>
                      <a:pt x="0" y="243"/>
                    </a:cubicBezTo>
                    <a:cubicBezTo>
                      <a:pt x="0" y="240"/>
                      <a:pt x="1" y="239"/>
                      <a:pt x="3" y="239"/>
                    </a:cubicBezTo>
                    <a:cubicBezTo>
                      <a:pt x="5" y="238"/>
                      <a:pt x="7" y="237"/>
                      <a:pt x="9" y="237"/>
                    </a:cubicBezTo>
                    <a:cubicBezTo>
                      <a:pt x="13" y="235"/>
                      <a:pt x="16" y="235"/>
                      <a:pt x="20" y="237"/>
                    </a:cubicBezTo>
                    <a:cubicBezTo>
                      <a:pt x="24" y="239"/>
                      <a:pt x="28" y="238"/>
                      <a:pt x="32" y="234"/>
                    </a:cubicBezTo>
                    <a:cubicBezTo>
                      <a:pt x="34" y="233"/>
                      <a:pt x="37" y="231"/>
                      <a:pt x="39" y="230"/>
                    </a:cubicBezTo>
                    <a:cubicBezTo>
                      <a:pt x="46" y="226"/>
                      <a:pt x="52" y="222"/>
                      <a:pt x="59" y="219"/>
                    </a:cubicBezTo>
                    <a:cubicBezTo>
                      <a:pt x="60" y="218"/>
                      <a:pt x="62" y="217"/>
                      <a:pt x="63" y="216"/>
                    </a:cubicBezTo>
                    <a:cubicBezTo>
                      <a:pt x="81" y="206"/>
                      <a:pt x="98" y="195"/>
                      <a:pt x="116" y="185"/>
                    </a:cubicBezTo>
                    <a:cubicBezTo>
                      <a:pt x="122" y="181"/>
                      <a:pt x="128" y="177"/>
                      <a:pt x="134" y="172"/>
                    </a:cubicBezTo>
                    <a:cubicBezTo>
                      <a:pt x="139" y="168"/>
                      <a:pt x="143" y="163"/>
                      <a:pt x="145" y="155"/>
                    </a:cubicBezTo>
                    <a:cubicBezTo>
                      <a:pt x="143" y="155"/>
                      <a:pt x="142" y="154"/>
                      <a:pt x="140" y="154"/>
                    </a:cubicBezTo>
                    <a:cubicBezTo>
                      <a:pt x="134" y="152"/>
                      <a:pt x="132" y="148"/>
                      <a:pt x="133" y="142"/>
                    </a:cubicBezTo>
                    <a:cubicBezTo>
                      <a:pt x="134" y="140"/>
                      <a:pt x="135" y="137"/>
                      <a:pt x="136" y="135"/>
                    </a:cubicBezTo>
                    <a:cubicBezTo>
                      <a:pt x="139" y="127"/>
                      <a:pt x="142" y="119"/>
                      <a:pt x="145" y="112"/>
                    </a:cubicBezTo>
                    <a:cubicBezTo>
                      <a:pt x="145" y="111"/>
                      <a:pt x="146" y="110"/>
                      <a:pt x="146" y="109"/>
                    </a:cubicBezTo>
                    <a:cubicBezTo>
                      <a:pt x="147" y="105"/>
                      <a:pt x="146" y="104"/>
                      <a:pt x="143" y="104"/>
                    </a:cubicBezTo>
                    <a:cubicBezTo>
                      <a:pt x="140" y="104"/>
                      <a:pt x="138" y="104"/>
                      <a:pt x="135" y="105"/>
                    </a:cubicBezTo>
                    <a:cubicBezTo>
                      <a:pt x="132" y="106"/>
                      <a:pt x="128" y="107"/>
                      <a:pt x="124" y="108"/>
                    </a:cubicBezTo>
                    <a:cubicBezTo>
                      <a:pt x="122" y="109"/>
                      <a:pt x="121" y="111"/>
                      <a:pt x="121" y="113"/>
                    </a:cubicBezTo>
                    <a:cubicBezTo>
                      <a:pt x="121" y="122"/>
                      <a:pt x="121" y="131"/>
                      <a:pt x="121" y="140"/>
                    </a:cubicBezTo>
                    <a:cubicBezTo>
                      <a:pt x="121" y="142"/>
                      <a:pt x="120" y="144"/>
                      <a:pt x="119" y="146"/>
                    </a:cubicBezTo>
                    <a:cubicBezTo>
                      <a:pt x="108" y="160"/>
                      <a:pt x="98" y="174"/>
                      <a:pt x="87" y="188"/>
                    </a:cubicBezTo>
                    <a:cubicBezTo>
                      <a:pt x="87" y="189"/>
                      <a:pt x="86" y="189"/>
                      <a:pt x="86" y="190"/>
                    </a:cubicBezTo>
                    <a:cubicBezTo>
                      <a:pt x="81" y="185"/>
                      <a:pt x="77" y="181"/>
                      <a:pt x="73" y="176"/>
                    </a:cubicBezTo>
                    <a:cubicBezTo>
                      <a:pt x="70" y="173"/>
                      <a:pt x="69" y="170"/>
                      <a:pt x="69" y="166"/>
                    </a:cubicBezTo>
                    <a:cubicBezTo>
                      <a:pt x="68" y="164"/>
                      <a:pt x="68" y="161"/>
                      <a:pt x="67" y="159"/>
                    </a:cubicBezTo>
                    <a:cubicBezTo>
                      <a:pt x="58" y="138"/>
                      <a:pt x="57" y="117"/>
                      <a:pt x="63" y="95"/>
                    </a:cubicBezTo>
                    <a:cubicBezTo>
                      <a:pt x="67" y="84"/>
                      <a:pt x="67" y="74"/>
                      <a:pt x="66" y="63"/>
                    </a:cubicBezTo>
                    <a:cubicBezTo>
                      <a:pt x="66" y="60"/>
                      <a:pt x="66" y="57"/>
                      <a:pt x="66" y="54"/>
                    </a:cubicBezTo>
                    <a:cubicBezTo>
                      <a:pt x="66" y="50"/>
                      <a:pt x="68" y="47"/>
                      <a:pt x="72" y="47"/>
                    </a:cubicBezTo>
                    <a:cubicBezTo>
                      <a:pt x="75" y="46"/>
                      <a:pt x="78" y="47"/>
                      <a:pt x="80" y="48"/>
                    </a:cubicBezTo>
                    <a:cubicBezTo>
                      <a:pt x="83" y="50"/>
                      <a:pt x="85" y="52"/>
                      <a:pt x="88" y="55"/>
                    </a:cubicBezTo>
                    <a:cubicBezTo>
                      <a:pt x="90" y="57"/>
                      <a:pt x="91" y="59"/>
                      <a:pt x="93" y="61"/>
                    </a:cubicBezTo>
                    <a:cubicBezTo>
                      <a:pt x="99" y="66"/>
                      <a:pt x="103" y="67"/>
                      <a:pt x="109" y="63"/>
                    </a:cubicBezTo>
                    <a:cubicBezTo>
                      <a:pt x="117" y="58"/>
                      <a:pt x="125" y="53"/>
                      <a:pt x="133" y="48"/>
                    </a:cubicBezTo>
                    <a:cubicBezTo>
                      <a:pt x="142" y="41"/>
                      <a:pt x="151" y="35"/>
                      <a:pt x="160" y="28"/>
                    </a:cubicBezTo>
                    <a:cubicBezTo>
                      <a:pt x="163" y="25"/>
                      <a:pt x="167" y="24"/>
                      <a:pt x="171" y="23"/>
                    </a:cubicBezTo>
                    <a:cubicBezTo>
                      <a:pt x="177" y="23"/>
                      <a:pt x="182" y="20"/>
                      <a:pt x="187" y="16"/>
                    </a:cubicBezTo>
                    <a:cubicBezTo>
                      <a:pt x="196" y="6"/>
                      <a:pt x="208" y="2"/>
                      <a:pt x="221" y="1"/>
                    </a:cubicBezTo>
                    <a:cubicBezTo>
                      <a:pt x="233" y="0"/>
                      <a:pt x="246" y="0"/>
                      <a:pt x="258" y="4"/>
                    </a:cubicBezTo>
                    <a:cubicBezTo>
                      <a:pt x="261" y="5"/>
                      <a:pt x="264" y="7"/>
                      <a:pt x="267" y="9"/>
                    </a:cubicBezTo>
                    <a:cubicBezTo>
                      <a:pt x="270" y="10"/>
                      <a:pt x="271" y="13"/>
                      <a:pt x="271" y="16"/>
                    </a:cubicBezTo>
                    <a:cubicBezTo>
                      <a:pt x="271" y="18"/>
                      <a:pt x="271" y="19"/>
                      <a:pt x="269" y="21"/>
                    </a:cubicBezTo>
                    <a:cubicBezTo>
                      <a:pt x="262" y="26"/>
                      <a:pt x="255" y="31"/>
                      <a:pt x="248" y="37"/>
                    </a:cubicBezTo>
                    <a:cubicBezTo>
                      <a:pt x="240" y="43"/>
                      <a:pt x="232" y="50"/>
                      <a:pt x="226" y="58"/>
                    </a:cubicBezTo>
                    <a:cubicBezTo>
                      <a:pt x="223" y="62"/>
                      <a:pt x="219" y="65"/>
                      <a:pt x="215" y="67"/>
                    </a:cubicBezTo>
                    <a:cubicBezTo>
                      <a:pt x="213" y="68"/>
                      <a:pt x="212" y="69"/>
                      <a:pt x="211" y="70"/>
                    </a:cubicBezTo>
                    <a:cubicBezTo>
                      <a:pt x="202" y="79"/>
                      <a:pt x="194" y="87"/>
                      <a:pt x="186" y="95"/>
                    </a:cubicBezTo>
                    <a:cubicBezTo>
                      <a:pt x="184" y="97"/>
                      <a:pt x="183" y="99"/>
                      <a:pt x="185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9143222" y="3099837"/>
                <a:ext cx="797747" cy="506201"/>
              </a:xfrm>
              <a:custGeom>
                <a:avLst/>
                <a:gdLst>
                  <a:gd name="T0" fmla="*/ 16 w 280"/>
                  <a:gd name="T1" fmla="*/ 133 h 178"/>
                  <a:gd name="T2" fmla="*/ 14 w 280"/>
                  <a:gd name="T3" fmla="*/ 124 h 178"/>
                  <a:gd name="T4" fmla="*/ 2 w 280"/>
                  <a:gd name="T5" fmla="*/ 103 h 178"/>
                  <a:gd name="T6" fmla="*/ 6 w 280"/>
                  <a:gd name="T7" fmla="*/ 81 h 178"/>
                  <a:gd name="T8" fmla="*/ 16 w 280"/>
                  <a:gd name="T9" fmla="*/ 77 h 178"/>
                  <a:gd name="T10" fmla="*/ 22 w 280"/>
                  <a:gd name="T11" fmla="*/ 77 h 178"/>
                  <a:gd name="T12" fmla="*/ 40 w 280"/>
                  <a:gd name="T13" fmla="*/ 71 h 178"/>
                  <a:gd name="T14" fmla="*/ 54 w 280"/>
                  <a:gd name="T15" fmla="*/ 64 h 178"/>
                  <a:gd name="T16" fmla="*/ 63 w 280"/>
                  <a:gd name="T17" fmla="*/ 61 h 178"/>
                  <a:gd name="T18" fmla="*/ 144 w 280"/>
                  <a:gd name="T19" fmla="*/ 25 h 178"/>
                  <a:gd name="T20" fmla="*/ 169 w 280"/>
                  <a:gd name="T21" fmla="*/ 16 h 178"/>
                  <a:gd name="T22" fmla="*/ 186 w 280"/>
                  <a:gd name="T23" fmla="*/ 13 h 178"/>
                  <a:gd name="T24" fmla="*/ 209 w 280"/>
                  <a:gd name="T25" fmla="*/ 9 h 178"/>
                  <a:gd name="T26" fmla="*/ 224 w 280"/>
                  <a:gd name="T27" fmla="*/ 3 h 178"/>
                  <a:gd name="T28" fmla="*/ 233 w 280"/>
                  <a:gd name="T29" fmla="*/ 0 h 178"/>
                  <a:gd name="T30" fmla="*/ 265 w 280"/>
                  <a:gd name="T31" fmla="*/ 5 h 178"/>
                  <a:gd name="T32" fmla="*/ 274 w 280"/>
                  <a:gd name="T33" fmla="*/ 29 h 178"/>
                  <a:gd name="T34" fmla="*/ 256 w 280"/>
                  <a:gd name="T35" fmla="*/ 50 h 178"/>
                  <a:gd name="T36" fmla="*/ 245 w 280"/>
                  <a:gd name="T37" fmla="*/ 53 h 178"/>
                  <a:gd name="T38" fmla="*/ 220 w 280"/>
                  <a:gd name="T39" fmla="*/ 56 h 178"/>
                  <a:gd name="T40" fmla="*/ 213 w 280"/>
                  <a:gd name="T41" fmla="*/ 58 h 178"/>
                  <a:gd name="T42" fmla="*/ 208 w 280"/>
                  <a:gd name="T43" fmla="*/ 67 h 178"/>
                  <a:gd name="T44" fmla="*/ 210 w 280"/>
                  <a:gd name="T45" fmla="*/ 76 h 178"/>
                  <a:gd name="T46" fmla="*/ 218 w 280"/>
                  <a:gd name="T47" fmla="*/ 92 h 178"/>
                  <a:gd name="T48" fmla="*/ 224 w 280"/>
                  <a:gd name="T49" fmla="*/ 115 h 178"/>
                  <a:gd name="T50" fmla="*/ 220 w 280"/>
                  <a:gd name="T51" fmla="*/ 146 h 178"/>
                  <a:gd name="T52" fmla="*/ 197 w 280"/>
                  <a:gd name="T53" fmla="*/ 163 h 178"/>
                  <a:gd name="T54" fmla="*/ 189 w 280"/>
                  <a:gd name="T55" fmla="*/ 163 h 178"/>
                  <a:gd name="T56" fmla="*/ 181 w 280"/>
                  <a:gd name="T57" fmla="*/ 167 h 178"/>
                  <a:gd name="T58" fmla="*/ 178 w 280"/>
                  <a:gd name="T59" fmla="*/ 170 h 178"/>
                  <a:gd name="T60" fmla="*/ 156 w 280"/>
                  <a:gd name="T61" fmla="*/ 175 h 178"/>
                  <a:gd name="T62" fmla="*/ 140 w 280"/>
                  <a:gd name="T63" fmla="*/ 166 h 178"/>
                  <a:gd name="T64" fmla="*/ 126 w 280"/>
                  <a:gd name="T65" fmla="*/ 162 h 178"/>
                  <a:gd name="T66" fmla="*/ 119 w 280"/>
                  <a:gd name="T67" fmla="*/ 160 h 178"/>
                  <a:gd name="T68" fmla="*/ 113 w 280"/>
                  <a:gd name="T69" fmla="*/ 150 h 178"/>
                  <a:gd name="T70" fmla="*/ 115 w 280"/>
                  <a:gd name="T71" fmla="*/ 147 h 178"/>
                  <a:gd name="T72" fmla="*/ 122 w 280"/>
                  <a:gd name="T73" fmla="*/ 147 h 178"/>
                  <a:gd name="T74" fmla="*/ 166 w 280"/>
                  <a:gd name="T75" fmla="*/ 141 h 178"/>
                  <a:gd name="T76" fmla="*/ 185 w 280"/>
                  <a:gd name="T77" fmla="*/ 129 h 178"/>
                  <a:gd name="T78" fmla="*/ 188 w 280"/>
                  <a:gd name="T79" fmla="*/ 120 h 178"/>
                  <a:gd name="T80" fmla="*/ 185 w 280"/>
                  <a:gd name="T81" fmla="*/ 92 h 178"/>
                  <a:gd name="T82" fmla="*/ 184 w 280"/>
                  <a:gd name="T83" fmla="*/ 77 h 178"/>
                  <a:gd name="T84" fmla="*/ 179 w 280"/>
                  <a:gd name="T85" fmla="*/ 71 h 178"/>
                  <a:gd name="T86" fmla="*/ 163 w 280"/>
                  <a:gd name="T87" fmla="*/ 75 h 178"/>
                  <a:gd name="T88" fmla="*/ 158 w 280"/>
                  <a:gd name="T89" fmla="*/ 79 h 178"/>
                  <a:gd name="T90" fmla="*/ 145 w 280"/>
                  <a:gd name="T91" fmla="*/ 82 h 178"/>
                  <a:gd name="T92" fmla="*/ 116 w 280"/>
                  <a:gd name="T93" fmla="*/ 91 h 178"/>
                  <a:gd name="T94" fmla="*/ 80 w 280"/>
                  <a:gd name="T95" fmla="*/ 118 h 178"/>
                  <a:gd name="T96" fmla="*/ 52 w 280"/>
                  <a:gd name="T97" fmla="*/ 135 h 178"/>
                  <a:gd name="T98" fmla="*/ 22 w 280"/>
                  <a:gd name="T99" fmla="*/ 136 h 178"/>
                  <a:gd name="T100" fmla="*/ 18 w 280"/>
                  <a:gd name="T101" fmla="*/ 134 h 178"/>
                  <a:gd name="T102" fmla="*/ 16 w 280"/>
                  <a:gd name="T103" fmla="*/ 133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80" h="178">
                    <a:moveTo>
                      <a:pt x="16" y="133"/>
                    </a:moveTo>
                    <a:cubicBezTo>
                      <a:pt x="18" y="129"/>
                      <a:pt x="16" y="127"/>
                      <a:pt x="14" y="124"/>
                    </a:cubicBezTo>
                    <a:cubicBezTo>
                      <a:pt x="9" y="118"/>
                      <a:pt x="5" y="111"/>
                      <a:pt x="2" y="103"/>
                    </a:cubicBezTo>
                    <a:cubicBezTo>
                      <a:pt x="0" y="95"/>
                      <a:pt x="1" y="88"/>
                      <a:pt x="6" y="81"/>
                    </a:cubicBezTo>
                    <a:cubicBezTo>
                      <a:pt x="9" y="78"/>
                      <a:pt x="12" y="76"/>
                      <a:pt x="16" y="77"/>
                    </a:cubicBezTo>
                    <a:cubicBezTo>
                      <a:pt x="18" y="77"/>
                      <a:pt x="20" y="76"/>
                      <a:pt x="22" y="77"/>
                    </a:cubicBezTo>
                    <a:cubicBezTo>
                      <a:pt x="29" y="79"/>
                      <a:pt x="36" y="76"/>
                      <a:pt x="40" y="71"/>
                    </a:cubicBezTo>
                    <a:cubicBezTo>
                      <a:pt x="44" y="67"/>
                      <a:pt x="49" y="65"/>
                      <a:pt x="54" y="64"/>
                    </a:cubicBezTo>
                    <a:cubicBezTo>
                      <a:pt x="57" y="64"/>
                      <a:pt x="60" y="62"/>
                      <a:pt x="63" y="61"/>
                    </a:cubicBezTo>
                    <a:cubicBezTo>
                      <a:pt x="89" y="47"/>
                      <a:pt x="116" y="35"/>
                      <a:pt x="144" y="25"/>
                    </a:cubicBezTo>
                    <a:cubicBezTo>
                      <a:pt x="152" y="22"/>
                      <a:pt x="161" y="19"/>
                      <a:pt x="169" y="16"/>
                    </a:cubicBezTo>
                    <a:cubicBezTo>
                      <a:pt x="174" y="14"/>
                      <a:pt x="180" y="14"/>
                      <a:pt x="186" y="13"/>
                    </a:cubicBezTo>
                    <a:cubicBezTo>
                      <a:pt x="194" y="12"/>
                      <a:pt x="201" y="11"/>
                      <a:pt x="209" y="9"/>
                    </a:cubicBezTo>
                    <a:cubicBezTo>
                      <a:pt x="214" y="8"/>
                      <a:pt x="219" y="5"/>
                      <a:pt x="224" y="3"/>
                    </a:cubicBezTo>
                    <a:cubicBezTo>
                      <a:pt x="227" y="1"/>
                      <a:pt x="230" y="0"/>
                      <a:pt x="233" y="0"/>
                    </a:cubicBezTo>
                    <a:cubicBezTo>
                      <a:pt x="244" y="0"/>
                      <a:pt x="255" y="1"/>
                      <a:pt x="265" y="5"/>
                    </a:cubicBezTo>
                    <a:cubicBezTo>
                      <a:pt x="276" y="9"/>
                      <a:pt x="280" y="19"/>
                      <a:pt x="274" y="29"/>
                    </a:cubicBezTo>
                    <a:cubicBezTo>
                      <a:pt x="270" y="38"/>
                      <a:pt x="263" y="45"/>
                      <a:pt x="256" y="50"/>
                    </a:cubicBezTo>
                    <a:cubicBezTo>
                      <a:pt x="252" y="53"/>
                      <a:pt x="249" y="53"/>
                      <a:pt x="245" y="53"/>
                    </a:cubicBezTo>
                    <a:cubicBezTo>
                      <a:pt x="236" y="54"/>
                      <a:pt x="228" y="55"/>
                      <a:pt x="220" y="56"/>
                    </a:cubicBezTo>
                    <a:cubicBezTo>
                      <a:pt x="218" y="57"/>
                      <a:pt x="215" y="57"/>
                      <a:pt x="213" y="58"/>
                    </a:cubicBezTo>
                    <a:cubicBezTo>
                      <a:pt x="209" y="60"/>
                      <a:pt x="208" y="63"/>
                      <a:pt x="208" y="67"/>
                    </a:cubicBezTo>
                    <a:cubicBezTo>
                      <a:pt x="208" y="70"/>
                      <a:pt x="209" y="73"/>
                      <a:pt x="210" y="76"/>
                    </a:cubicBezTo>
                    <a:cubicBezTo>
                      <a:pt x="213" y="82"/>
                      <a:pt x="215" y="87"/>
                      <a:pt x="218" y="92"/>
                    </a:cubicBezTo>
                    <a:cubicBezTo>
                      <a:pt x="221" y="100"/>
                      <a:pt x="224" y="107"/>
                      <a:pt x="224" y="115"/>
                    </a:cubicBezTo>
                    <a:cubicBezTo>
                      <a:pt x="224" y="126"/>
                      <a:pt x="223" y="136"/>
                      <a:pt x="220" y="146"/>
                    </a:cubicBezTo>
                    <a:cubicBezTo>
                      <a:pt x="216" y="157"/>
                      <a:pt x="209" y="162"/>
                      <a:pt x="197" y="163"/>
                    </a:cubicBezTo>
                    <a:cubicBezTo>
                      <a:pt x="194" y="163"/>
                      <a:pt x="192" y="163"/>
                      <a:pt x="189" y="163"/>
                    </a:cubicBezTo>
                    <a:cubicBezTo>
                      <a:pt x="186" y="163"/>
                      <a:pt x="183" y="163"/>
                      <a:pt x="181" y="167"/>
                    </a:cubicBezTo>
                    <a:cubicBezTo>
                      <a:pt x="180" y="168"/>
                      <a:pt x="179" y="169"/>
                      <a:pt x="178" y="170"/>
                    </a:cubicBezTo>
                    <a:cubicBezTo>
                      <a:pt x="171" y="176"/>
                      <a:pt x="164" y="178"/>
                      <a:pt x="156" y="175"/>
                    </a:cubicBezTo>
                    <a:cubicBezTo>
                      <a:pt x="151" y="172"/>
                      <a:pt x="145" y="169"/>
                      <a:pt x="140" y="166"/>
                    </a:cubicBezTo>
                    <a:cubicBezTo>
                      <a:pt x="136" y="163"/>
                      <a:pt x="132" y="162"/>
                      <a:pt x="126" y="162"/>
                    </a:cubicBezTo>
                    <a:cubicBezTo>
                      <a:pt x="124" y="162"/>
                      <a:pt x="121" y="163"/>
                      <a:pt x="119" y="160"/>
                    </a:cubicBezTo>
                    <a:cubicBezTo>
                      <a:pt x="116" y="157"/>
                      <a:pt x="114" y="154"/>
                      <a:pt x="113" y="150"/>
                    </a:cubicBezTo>
                    <a:cubicBezTo>
                      <a:pt x="112" y="148"/>
                      <a:pt x="113" y="147"/>
                      <a:pt x="115" y="147"/>
                    </a:cubicBezTo>
                    <a:cubicBezTo>
                      <a:pt x="117" y="147"/>
                      <a:pt x="120" y="147"/>
                      <a:pt x="122" y="147"/>
                    </a:cubicBezTo>
                    <a:cubicBezTo>
                      <a:pt x="137" y="148"/>
                      <a:pt x="152" y="146"/>
                      <a:pt x="166" y="141"/>
                    </a:cubicBezTo>
                    <a:cubicBezTo>
                      <a:pt x="173" y="138"/>
                      <a:pt x="179" y="134"/>
                      <a:pt x="185" y="129"/>
                    </a:cubicBezTo>
                    <a:cubicBezTo>
                      <a:pt x="188" y="126"/>
                      <a:pt x="189" y="123"/>
                      <a:pt x="188" y="120"/>
                    </a:cubicBezTo>
                    <a:cubicBezTo>
                      <a:pt x="187" y="111"/>
                      <a:pt x="186" y="102"/>
                      <a:pt x="185" y="92"/>
                    </a:cubicBezTo>
                    <a:cubicBezTo>
                      <a:pt x="184" y="87"/>
                      <a:pt x="184" y="82"/>
                      <a:pt x="184" y="77"/>
                    </a:cubicBezTo>
                    <a:cubicBezTo>
                      <a:pt x="184" y="73"/>
                      <a:pt x="183" y="71"/>
                      <a:pt x="179" y="71"/>
                    </a:cubicBezTo>
                    <a:cubicBezTo>
                      <a:pt x="173" y="70"/>
                      <a:pt x="168" y="70"/>
                      <a:pt x="163" y="75"/>
                    </a:cubicBezTo>
                    <a:cubicBezTo>
                      <a:pt x="162" y="76"/>
                      <a:pt x="160" y="77"/>
                      <a:pt x="158" y="79"/>
                    </a:cubicBezTo>
                    <a:cubicBezTo>
                      <a:pt x="154" y="81"/>
                      <a:pt x="150" y="83"/>
                      <a:pt x="145" y="82"/>
                    </a:cubicBezTo>
                    <a:cubicBezTo>
                      <a:pt x="134" y="82"/>
                      <a:pt x="124" y="85"/>
                      <a:pt x="116" y="91"/>
                    </a:cubicBezTo>
                    <a:cubicBezTo>
                      <a:pt x="104" y="100"/>
                      <a:pt x="92" y="109"/>
                      <a:pt x="80" y="118"/>
                    </a:cubicBezTo>
                    <a:cubicBezTo>
                      <a:pt x="71" y="124"/>
                      <a:pt x="62" y="131"/>
                      <a:pt x="52" y="135"/>
                    </a:cubicBezTo>
                    <a:cubicBezTo>
                      <a:pt x="42" y="139"/>
                      <a:pt x="32" y="140"/>
                      <a:pt x="22" y="136"/>
                    </a:cubicBezTo>
                    <a:cubicBezTo>
                      <a:pt x="20" y="136"/>
                      <a:pt x="19" y="135"/>
                      <a:pt x="18" y="134"/>
                    </a:cubicBezTo>
                    <a:cubicBezTo>
                      <a:pt x="17" y="134"/>
                      <a:pt x="17" y="134"/>
                      <a:pt x="16" y="1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6548140" y="2449465"/>
                <a:ext cx="605519" cy="323584"/>
              </a:xfrm>
              <a:custGeom>
                <a:avLst/>
                <a:gdLst>
                  <a:gd name="T0" fmla="*/ 197 w 212"/>
                  <a:gd name="T1" fmla="*/ 0 h 114"/>
                  <a:gd name="T2" fmla="*/ 205 w 212"/>
                  <a:gd name="T3" fmla="*/ 0 h 114"/>
                  <a:gd name="T4" fmla="*/ 211 w 212"/>
                  <a:gd name="T5" fmla="*/ 9 h 114"/>
                  <a:gd name="T6" fmla="*/ 191 w 212"/>
                  <a:gd name="T7" fmla="*/ 29 h 114"/>
                  <a:gd name="T8" fmla="*/ 187 w 212"/>
                  <a:gd name="T9" fmla="*/ 29 h 114"/>
                  <a:gd name="T10" fmla="*/ 174 w 212"/>
                  <a:gd name="T11" fmla="*/ 33 h 114"/>
                  <a:gd name="T12" fmla="*/ 132 w 212"/>
                  <a:gd name="T13" fmla="*/ 67 h 114"/>
                  <a:gd name="T14" fmla="*/ 109 w 212"/>
                  <a:gd name="T15" fmla="*/ 91 h 114"/>
                  <a:gd name="T16" fmla="*/ 71 w 212"/>
                  <a:gd name="T17" fmla="*/ 112 h 114"/>
                  <a:gd name="T18" fmla="*/ 40 w 212"/>
                  <a:gd name="T19" fmla="*/ 108 h 114"/>
                  <a:gd name="T20" fmla="*/ 9 w 212"/>
                  <a:gd name="T21" fmla="*/ 90 h 114"/>
                  <a:gd name="T22" fmla="*/ 8 w 212"/>
                  <a:gd name="T23" fmla="*/ 89 h 114"/>
                  <a:gd name="T24" fmla="*/ 11 w 212"/>
                  <a:gd name="T25" fmla="*/ 64 h 114"/>
                  <a:gd name="T26" fmla="*/ 15 w 212"/>
                  <a:gd name="T27" fmla="*/ 62 h 114"/>
                  <a:gd name="T28" fmla="*/ 114 w 212"/>
                  <a:gd name="T29" fmla="*/ 23 h 114"/>
                  <a:gd name="T30" fmla="*/ 130 w 212"/>
                  <a:gd name="T31" fmla="*/ 18 h 114"/>
                  <a:gd name="T32" fmla="*/ 164 w 212"/>
                  <a:gd name="T33" fmla="*/ 7 h 114"/>
                  <a:gd name="T34" fmla="*/ 197 w 212"/>
                  <a:gd name="T3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2" h="114">
                    <a:moveTo>
                      <a:pt x="197" y="0"/>
                    </a:moveTo>
                    <a:cubicBezTo>
                      <a:pt x="199" y="0"/>
                      <a:pt x="202" y="0"/>
                      <a:pt x="205" y="0"/>
                    </a:cubicBezTo>
                    <a:cubicBezTo>
                      <a:pt x="209" y="1"/>
                      <a:pt x="212" y="5"/>
                      <a:pt x="211" y="9"/>
                    </a:cubicBezTo>
                    <a:cubicBezTo>
                      <a:pt x="207" y="18"/>
                      <a:pt x="200" y="25"/>
                      <a:pt x="191" y="29"/>
                    </a:cubicBezTo>
                    <a:cubicBezTo>
                      <a:pt x="189" y="29"/>
                      <a:pt x="188" y="29"/>
                      <a:pt x="187" y="29"/>
                    </a:cubicBezTo>
                    <a:cubicBezTo>
                      <a:pt x="182" y="28"/>
                      <a:pt x="178" y="30"/>
                      <a:pt x="174" y="33"/>
                    </a:cubicBezTo>
                    <a:cubicBezTo>
                      <a:pt x="158" y="43"/>
                      <a:pt x="144" y="54"/>
                      <a:pt x="132" y="67"/>
                    </a:cubicBezTo>
                    <a:cubicBezTo>
                      <a:pt x="124" y="75"/>
                      <a:pt x="116" y="83"/>
                      <a:pt x="109" y="91"/>
                    </a:cubicBezTo>
                    <a:cubicBezTo>
                      <a:pt x="99" y="102"/>
                      <a:pt x="86" y="110"/>
                      <a:pt x="71" y="112"/>
                    </a:cubicBezTo>
                    <a:cubicBezTo>
                      <a:pt x="61" y="114"/>
                      <a:pt x="50" y="112"/>
                      <a:pt x="40" y="108"/>
                    </a:cubicBezTo>
                    <a:cubicBezTo>
                      <a:pt x="29" y="104"/>
                      <a:pt x="19" y="98"/>
                      <a:pt x="9" y="90"/>
                    </a:cubicBezTo>
                    <a:cubicBezTo>
                      <a:pt x="9" y="90"/>
                      <a:pt x="9" y="89"/>
                      <a:pt x="8" y="89"/>
                    </a:cubicBezTo>
                    <a:cubicBezTo>
                      <a:pt x="0" y="81"/>
                      <a:pt x="2" y="70"/>
                      <a:pt x="11" y="64"/>
                    </a:cubicBezTo>
                    <a:cubicBezTo>
                      <a:pt x="12" y="63"/>
                      <a:pt x="14" y="63"/>
                      <a:pt x="15" y="62"/>
                    </a:cubicBezTo>
                    <a:cubicBezTo>
                      <a:pt x="48" y="49"/>
                      <a:pt x="81" y="36"/>
                      <a:pt x="114" y="23"/>
                    </a:cubicBezTo>
                    <a:cubicBezTo>
                      <a:pt x="119" y="21"/>
                      <a:pt x="125" y="19"/>
                      <a:pt x="130" y="18"/>
                    </a:cubicBezTo>
                    <a:cubicBezTo>
                      <a:pt x="142" y="15"/>
                      <a:pt x="153" y="12"/>
                      <a:pt x="164" y="7"/>
                    </a:cubicBezTo>
                    <a:cubicBezTo>
                      <a:pt x="175" y="2"/>
                      <a:pt x="186" y="0"/>
                      <a:pt x="19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6746776" y="2048989"/>
                <a:ext cx="323584" cy="358826"/>
              </a:xfrm>
              <a:custGeom>
                <a:avLst/>
                <a:gdLst>
                  <a:gd name="T0" fmla="*/ 114 w 114"/>
                  <a:gd name="T1" fmla="*/ 70 h 126"/>
                  <a:gd name="T2" fmla="*/ 101 w 114"/>
                  <a:gd name="T3" fmla="*/ 91 h 126"/>
                  <a:gd name="T4" fmla="*/ 78 w 114"/>
                  <a:gd name="T5" fmla="*/ 97 h 126"/>
                  <a:gd name="T6" fmla="*/ 58 w 114"/>
                  <a:gd name="T7" fmla="*/ 106 h 126"/>
                  <a:gd name="T8" fmla="*/ 40 w 114"/>
                  <a:gd name="T9" fmla="*/ 121 h 126"/>
                  <a:gd name="T10" fmla="*/ 31 w 114"/>
                  <a:gd name="T11" fmla="*/ 125 h 126"/>
                  <a:gd name="T12" fmla="*/ 23 w 114"/>
                  <a:gd name="T13" fmla="*/ 122 h 126"/>
                  <a:gd name="T14" fmla="*/ 23 w 114"/>
                  <a:gd name="T15" fmla="*/ 112 h 126"/>
                  <a:gd name="T16" fmla="*/ 26 w 114"/>
                  <a:gd name="T17" fmla="*/ 68 h 126"/>
                  <a:gd name="T18" fmla="*/ 16 w 114"/>
                  <a:gd name="T19" fmla="*/ 50 h 126"/>
                  <a:gd name="T20" fmla="*/ 11 w 114"/>
                  <a:gd name="T21" fmla="*/ 39 h 126"/>
                  <a:gd name="T22" fmla="*/ 3 w 114"/>
                  <a:gd name="T23" fmla="*/ 21 h 126"/>
                  <a:gd name="T24" fmla="*/ 3 w 114"/>
                  <a:gd name="T25" fmla="*/ 6 h 126"/>
                  <a:gd name="T26" fmla="*/ 12 w 114"/>
                  <a:gd name="T27" fmla="*/ 0 h 126"/>
                  <a:gd name="T28" fmla="*/ 18 w 114"/>
                  <a:gd name="T29" fmla="*/ 1 h 126"/>
                  <a:gd name="T30" fmla="*/ 50 w 114"/>
                  <a:gd name="T31" fmla="*/ 12 h 126"/>
                  <a:gd name="T32" fmla="*/ 86 w 114"/>
                  <a:gd name="T33" fmla="*/ 31 h 126"/>
                  <a:gd name="T34" fmla="*/ 106 w 114"/>
                  <a:gd name="T35" fmla="*/ 48 h 126"/>
                  <a:gd name="T36" fmla="*/ 114 w 114"/>
                  <a:gd name="T37" fmla="*/ 7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26">
                    <a:moveTo>
                      <a:pt x="114" y="70"/>
                    </a:moveTo>
                    <a:cubicBezTo>
                      <a:pt x="114" y="79"/>
                      <a:pt x="109" y="86"/>
                      <a:pt x="101" y="91"/>
                    </a:cubicBezTo>
                    <a:cubicBezTo>
                      <a:pt x="94" y="95"/>
                      <a:pt x="86" y="97"/>
                      <a:pt x="78" y="97"/>
                    </a:cubicBezTo>
                    <a:cubicBezTo>
                      <a:pt x="64" y="97"/>
                      <a:pt x="66" y="98"/>
                      <a:pt x="58" y="106"/>
                    </a:cubicBezTo>
                    <a:cubicBezTo>
                      <a:pt x="52" y="111"/>
                      <a:pt x="46" y="116"/>
                      <a:pt x="40" y="121"/>
                    </a:cubicBezTo>
                    <a:cubicBezTo>
                      <a:pt x="38" y="123"/>
                      <a:pt x="35" y="124"/>
                      <a:pt x="31" y="125"/>
                    </a:cubicBezTo>
                    <a:cubicBezTo>
                      <a:pt x="28" y="126"/>
                      <a:pt x="25" y="125"/>
                      <a:pt x="23" y="122"/>
                    </a:cubicBezTo>
                    <a:cubicBezTo>
                      <a:pt x="22" y="118"/>
                      <a:pt x="21" y="115"/>
                      <a:pt x="23" y="112"/>
                    </a:cubicBezTo>
                    <a:cubicBezTo>
                      <a:pt x="33" y="98"/>
                      <a:pt x="33" y="83"/>
                      <a:pt x="26" y="68"/>
                    </a:cubicBezTo>
                    <a:cubicBezTo>
                      <a:pt x="23" y="61"/>
                      <a:pt x="19" y="56"/>
                      <a:pt x="16" y="50"/>
                    </a:cubicBezTo>
                    <a:cubicBezTo>
                      <a:pt x="14" y="46"/>
                      <a:pt x="12" y="43"/>
                      <a:pt x="11" y="39"/>
                    </a:cubicBezTo>
                    <a:cubicBezTo>
                      <a:pt x="9" y="33"/>
                      <a:pt x="7" y="27"/>
                      <a:pt x="3" y="21"/>
                    </a:cubicBezTo>
                    <a:cubicBezTo>
                      <a:pt x="0" y="17"/>
                      <a:pt x="0" y="12"/>
                      <a:pt x="3" y="6"/>
                    </a:cubicBezTo>
                    <a:cubicBezTo>
                      <a:pt x="5" y="2"/>
                      <a:pt x="8" y="0"/>
                      <a:pt x="12" y="0"/>
                    </a:cubicBezTo>
                    <a:cubicBezTo>
                      <a:pt x="14" y="0"/>
                      <a:pt x="16" y="1"/>
                      <a:pt x="18" y="1"/>
                    </a:cubicBezTo>
                    <a:cubicBezTo>
                      <a:pt x="29" y="3"/>
                      <a:pt x="40" y="7"/>
                      <a:pt x="50" y="12"/>
                    </a:cubicBezTo>
                    <a:cubicBezTo>
                      <a:pt x="62" y="19"/>
                      <a:pt x="74" y="25"/>
                      <a:pt x="86" y="31"/>
                    </a:cubicBezTo>
                    <a:cubicBezTo>
                      <a:pt x="94" y="36"/>
                      <a:pt x="101" y="41"/>
                      <a:pt x="106" y="48"/>
                    </a:cubicBezTo>
                    <a:cubicBezTo>
                      <a:pt x="111" y="54"/>
                      <a:pt x="114" y="61"/>
                      <a:pt x="114" y="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9216909" y="2378981"/>
                <a:ext cx="317177" cy="429310"/>
              </a:xfrm>
              <a:custGeom>
                <a:avLst/>
                <a:gdLst>
                  <a:gd name="T0" fmla="*/ 111 w 111"/>
                  <a:gd name="T1" fmla="*/ 118 h 150"/>
                  <a:gd name="T2" fmla="*/ 108 w 111"/>
                  <a:gd name="T3" fmla="*/ 125 h 150"/>
                  <a:gd name="T4" fmla="*/ 94 w 111"/>
                  <a:gd name="T5" fmla="*/ 142 h 150"/>
                  <a:gd name="T6" fmla="*/ 80 w 111"/>
                  <a:gd name="T7" fmla="*/ 149 h 150"/>
                  <a:gd name="T8" fmla="*/ 72 w 111"/>
                  <a:gd name="T9" fmla="*/ 144 h 150"/>
                  <a:gd name="T10" fmla="*/ 66 w 111"/>
                  <a:gd name="T11" fmla="*/ 117 h 150"/>
                  <a:gd name="T12" fmla="*/ 59 w 111"/>
                  <a:gd name="T13" fmla="*/ 90 h 150"/>
                  <a:gd name="T14" fmla="*/ 50 w 111"/>
                  <a:gd name="T15" fmla="*/ 75 h 150"/>
                  <a:gd name="T16" fmla="*/ 19 w 111"/>
                  <a:gd name="T17" fmla="*/ 40 h 150"/>
                  <a:gd name="T18" fmla="*/ 6 w 111"/>
                  <a:gd name="T19" fmla="*/ 27 h 150"/>
                  <a:gd name="T20" fmla="*/ 0 w 111"/>
                  <a:gd name="T21" fmla="*/ 10 h 150"/>
                  <a:gd name="T22" fmla="*/ 0 w 111"/>
                  <a:gd name="T23" fmla="*/ 8 h 150"/>
                  <a:gd name="T24" fmla="*/ 9 w 111"/>
                  <a:gd name="T25" fmla="*/ 2 h 150"/>
                  <a:gd name="T26" fmla="*/ 18 w 111"/>
                  <a:gd name="T27" fmla="*/ 7 h 150"/>
                  <a:gd name="T28" fmla="*/ 27 w 111"/>
                  <a:gd name="T29" fmla="*/ 15 h 150"/>
                  <a:gd name="T30" fmla="*/ 44 w 111"/>
                  <a:gd name="T31" fmla="*/ 26 h 150"/>
                  <a:gd name="T32" fmla="*/ 85 w 111"/>
                  <a:gd name="T33" fmla="*/ 57 h 150"/>
                  <a:gd name="T34" fmla="*/ 110 w 111"/>
                  <a:gd name="T35" fmla="*/ 114 h 150"/>
                  <a:gd name="T36" fmla="*/ 110 w 111"/>
                  <a:gd name="T37" fmla="*/ 117 h 150"/>
                  <a:gd name="T38" fmla="*/ 111 w 111"/>
                  <a:gd name="T39" fmla="*/ 1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1" h="150">
                    <a:moveTo>
                      <a:pt x="111" y="118"/>
                    </a:moveTo>
                    <a:cubicBezTo>
                      <a:pt x="110" y="120"/>
                      <a:pt x="109" y="123"/>
                      <a:pt x="108" y="125"/>
                    </a:cubicBezTo>
                    <a:cubicBezTo>
                      <a:pt x="103" y="131"/>
                      <a:pt x="99" y="136"/>
                      <a:pt x="94" y="142"/>
                    </a:cubicBezTo>
                    <a:cubicBezTo>
                      <a:pt x="90" y="146"/>
                      <a:pt x="86" y="148"/>
                      <a:pt x="80" y="149"/>
                    </a:cubicBezTo>
                    <a:cubicBezTo>
                      <a:pt x="75" y="150"/>
                      <a:pt x="73" y="149"/>
                      <a:pt x="72" y="144"/>
                    </a:cubicBezTo>
                    <a:cubicBezTo>
                      <a:pt x="70" y="135"/>
                      <a:pt x="68" y="126"/>
                      <a:pt x="66" y="117"/>
                    </a:cubicBezTo>
                    <a:cubicBezTo>
                      <a:pt x="64" y="108"/>
                      <a:pt x="63" y="99"/>
                      <a:pt x="59" y="90"/>
                    </a:cubicBezTo>
                    <a:cubicBezTo>
                      <a:pt x="57" y="85"/>
                      <a:pt x="54" y="80"/>
                      <a:pt x="50" y="75"/>
                    </a:cubicBezTo>
                    <a:cubicBezTo>
                      <a:pt x="40" y="63"/>
                      <a:pt x="29" y="51"/>
                      <a:pt x="19" y="40"/>
                    </a:cubicBezTo>
                    <a:cubicBezTo>
                      <a:pt x="15" y="35"/>
                      <a:pt x="11" y="31"/>
                      <a:pt x="6" y="27"/>
                    </a:cubicBezTo>
                    <a:cubicBezTo>
                      <a:pt x="1" y="22"/>
                      <a:pt x="0" y="17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2" y="1"/>
                      <a:pt x="3" y="0"/>
                      <a:pt x="9" y="2"/>
                    </a:cubicBezTo>
                    <a:cubicBezTo>
                      <a:pt x="12" y="4"/>
                      <a:pt x="15" y="5"/>
                      <a:pt x="18" y="7"/>
                    </a:cubicBezTo>
                    <a:cubicBezTo>
                      <a:pt x="21" y="10"/>
                      <a:pt x="24" y="12"/>
                      <a:pt x="27" y="15"/>
                    </a:cubicBezTo>
                    <a:cubicBezTo>
                      <a:pt x="32" y="20"/>
                      <a:pt x="38" y="24"/>
                      <a:pt x="44" y="26"/>
                    </a:cubicBezTo>
                    <a:cubicBezTo>
                      <a:pt x="61" y="33"/>
                      <a:pt x="74" y="43"/>
                      <a:pt x="85" y="57"/>
                    </a:cubicBezTo>
                    <a:cubicBezTo>
                      <a:pt x="98" y="73"/>
                      <a:pt x="107" y="92"/>
                      <a:pt x="110" y="114"/>
                    </a:cubicBezTo>
                    <a:cubicBezTo>
                      <a:pt x="110" y="115"/>
                      <a:pt x="110" y="116"/>
                      <a:pt x="110" y="117"/>
                    </a:cubicBezTo>
                    <a:cubicBezTo>
                      <a:pt x="110" y="117"/>
                      <a:pt x="110" y="118"/>
                      <a:pt x="111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6"/>
              <p:cNvSpPr/>
              <p:nvPr/>
            </p:nvSpPr>
            <p:spPr bwMode="auto">
              <a:xfrm>
                <a:off x="7022303" y="3189544"/>
                <a:ext cx="230674" cy="281935"/>
              </a:xfrm>
              <a:custGeom>
                <a:avLst/>
                <a:gdLst>
                  <a:gd name="T0" fmla="*/ 0 w 81"/>
                  <a:gd name="T1" fmla="*/ 18 h 99"/>
                  <a:gd name="T2" fmla="*/ 1 w 81"/>
                  <a:gd name="T3" fmla="*/ 9 h 99"/>
                  <a:gd name="T4" fmla="*/ 11 w 81"/>
                  <a:gd name="T5" fmla="*/ 1 h 99"/>
                  <a:gd name="T6" fmla="*/ 50 w 81"/>
                  <a:gd name="T7" fmla="*/ 12 h 99"/>
                  <a:gd name="T8" fmla="*/ 78 w 81"/>
                  <a:gd name="T9" fmla="*/ 44 h 99"/>
                  <a:gd name="T10" fmla="*/ 80 w 81"/>
                  <a:gd name="T11" fmla="*/ 51 h 99"/>
                  <a:gd name="T12" fmla="*/ 77 w 81"/>
                  <a:gd name="T13" fmla="*/ 79 h 99"/>
                  <a:gd name="T14" fmla="*/ 43 w 81"/>
                  <a:gd name="T15" fmla="*/ 92 h 99"/>
                  <a:gd name="T16" fmla="*/ 30 w 81"/>
                  <a:gd name="T17" fmla="*/ 81 h 99"/>
                  <a:gd name="T18" fmla="*/ 12 w 81"/>
                  <a:gd name="T19" fmla="*/ 60 h 99"/>
                  <a:gd name="T20" fmla="*/ 1 w 81"/>
                  <a:gd name="T21" fmla="*/ 24 h 99"/>
                  <a:gd name="T22" fmla="*/ 1 w 81"/>
                  <a:gd name="T23" fmla="*/ 18 h 99"/>
                  <a:gd name="T24" fmla="*/ 0 w 81"/>
                  <a:gd name="T25" fmla="*/ 1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99">
                    <a:moveTo>
                      <a:pt x="0" y="18"/>
                    </a:moveTo>
                    <a:cubicBezTo>
                      <a:pt x="1" y="15"/>
                      <a:pt x="1" y="12"/>
                      <a:pt x="1" y="9"/>
                    </a:cubicBezTo>
                    <a:cubicBezTo>
                      <a:pt x="2" y="4"/>
                      <a:pt x="5" y="1"/>
                      <a:pt x="11" y="1"/>
                    </a:cubicBezTo>
                    <a:cubicBezTo>
                      <a:pt x="25" y="0"/>
                      <a:pt x="39" y="2"/>
                      <a:pt x="50" y="12"/>
                    </a:cubicBezTo>
                    <a:cubicBezTo>
                      <a:pt x="62" y="21"/>
                      <a:pt x="70" y="32"/>
                      <a:pt x="78" y="44"/>
                    </a:cubicBezTo>
                    <a:cubicBezTo>
                      <a:pt x="79" y="46"/>
                      <a:pt x="80" y="49"/>
                      <a:pt x="80" y="51"/>
                    </a:cubicBezTo>
                    <a:cubicBezTo>
                      <a:pt x="81" y="61"/>
                      <a:pt x="80" y="70"/>
                      <a:pt x="77" y="79"/>
                    </a:cubicBezTo>
                    <a:cubicBezTo>
                      <a:pt x="74" y="89"/>
                      <a:pt x="57" y="99"/>
                      <a:pt x="43" y="92"/>
                    </a:cubicBezTo>
                    <a:cubicBezTo>
                      <a:pt x="38" y="89"/>
                      <a:pt x="33" y="86"/>
                      <a:pt x="30" y="81"/>
                    </a:cubicBezTo>
                    <a:cubicBezTo>
                      <a:pt x="24" y="74"/>
                      <a:pt x="18" y="67"/>
                      <a:pt x="12" y="60"/>
                    </a:cubicBezTo>
                    <a:cubicBezTo>
                      <a:pt x="4" y="49"/>
                      <a:pt x="2" y="37"/>
                      <a:pt x="1" y="24"/>
                    </a:cubicBezTo>
                    <a:cubicBezTo>
                      <a:pt x="1" y="22"/>
                      <a:pt x="1" y="20"/>
                      <a:pt x="1" y="18"/>
                    </a:cubicBezTo>
                    <a:cubicBezTo>
                      <a:pt x="1" y="18"/>
                      <a:pt x="1" y="1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28"/>
              <p:cNvSpPr/>
              <p:nvPr/>
            </p:nvSpPr>
            <p:spPr bwMode="auto">
              <a:xfrm>
                <a:off x="8502460" y="3122264"/>
                <a:ext cx="246693" cy="285139"/>
              </a:xfrm>
              <a:custGeom>
                <a:avLst/>
                <a:gdLst>
                  <a:gd name="T0" fmla="*/ 38 w 87"/>
                  <a:gd name="T1" fmla="*/ 100 h 100"/>
                  <a:gd name="T2" fmla="*/ 27 w 87"/>
                  <a:gd name="T3" fmla="*/ 98 h 100"/>
                  <a:gd name="T4" fmla="*/ 22 w 87"/>
                  <a:gd name="T5" fmla="*/ 91 h 100"/>
                  <a:gd name="T6" fmla="*/ 17 w 87"/>
                  <a:gd name="T7" fmla="*/ 65 h 100"/>
                  <a:gd name="T8" fmla="*/ 1 w 87"/>
                  <a:gd name="T9" fmla="*/ 16 h 100"/>
                  <a:gd name="T10" fmla="*/ 0 w 87"/>
                  <a:gd name="T11" fmla="*/ 4 h 100"/>
                  <a:gd name="T12" fmla="*/ 4 w 87"/>
                  <a:gd name="T13" fmla="*/ 0 h 100"/>
                  <a:gd name="T14" fmla="*/ 12 w 87"/>
                  <a:gd name="T15" fmla="*/ 0 h 100"/>
                  <a:gd name="T16" fmla="*/ 20 w 87"/>
                  <a:gd name="T17" fmla="*/ 4 h 100"/>
                  <a:gd name="T18" fmla="*/ 31 w 87"/>
                  <a:gd name="T19" fmla="*/ 12 h 100"/>
                  <a:gd name="T20" fmla="*/ 65 w 87"/>
                  <a:gd name="T21" fmla="*/ 41 h 100"/>
                  <a:gd name="T22" fmla="*/ 78 w 87"/>
                  <a:gd name="T23" fmla="*/ 56 h 100"/>
                  <a:gd name="T24" fmla="*/ 73 w 87"/>
                  <a:gd name="T25" fmla="*/ 87 h 100"/>
                  <a:gd name="T26" fmla="*/ 38 w 87"/>
                  <a:gd name="T2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100">
                    <a:moveTo>
                      <a:pt x="38" y="100"/>
                    </a:moveTo>
                    <a:cubicBezTo>
                      <a:pt x="34" y="99"/>
                      <a:pt x="31" y="99"/>
                      <a:pt x="27" y="98"/>
                    </a:cubicBezTo>
                    <a:cubicBezTo>
                      <a:pt x="24" y="97"/>
                      <a:pt x="22" y="94"/>
                      <a:pt x="22" y="91"/>
                    </a:cubicBezTo>
                    <a:cubicBezTo>
                      <a:pt x="23" y="81"/>
                      <a:pt x="20" y="73"/>
                      <a:pt x="17" y="65"/>
                    </a:cubicBezTo>
                    <a:cubicBezTo>
                      <a:pt x="11" y="49"/>
                      <a:pt x="4" y="33"/>
                      <a:pt x="1" y="16"/>
                    </a:cubicBezTo>
                    <a:cubicBezTo>
                      <a:pt x="0" y="12"/>
                      <a:pt x="0" y="8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4" y="7"/>
                      <a:pt x="28" y="9"/>
                      <a:pt x="31" y="12"/>
                    </a:cubicBezTo>
                    <a:cubicBezTo>
                      <a:pt x="42" y="22"/>
                      <a:pt x="54" y="31"/>
                      <a:pt x="65" y="41"/>
                    </a:cubicBezTo>
                    <a:cubicBezTo>
                      <a:pt x="70" y="45"/>
                      <a:pt x="74" y="51"/>
                      <a:pt x="78" y="56"/>
                    </a:cubicBezTo>
                    <a:cubicBezTo>
                      <a:pt x="87" y="69"/>
                      <a:pt x="85" y="78"/>
                      <a:pt x="73" y="87"/>
                    </a:cubicBezTo>
                    <a:cubicBezTo>
                      <a:pt x="64" y="95"/>
                      <a:pt x="50" y="100"/>
                      <a:pt x="38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36"/>
              <p:cNvSpPr/>
              <p:nvPr/>
            </p:nvSpPr>
            <p:spPr bwMode="auto">
              <a:xfrm>
                <a:off x="9207298" y="2724992"/>
                <a:ext cx="128152" cy="246693"/>
              </a:xfrm>
              <a:custGeom>
                <a:avLst/>
                <a:gdLst>
                  <a:gd name="T0" fmla="*/ 6 w 44"/>
                  <a:gd name="T1" fmla="*/ 57 h 87"/>
                  <a:gd name="T2" fmla="*/ 2 w 44"/>
                  <a:gd name="T3" fmla="*/ 8 h 87"/>
                  <a:gd name="T4" fmla="*/ 3 w 44"/>
                  <a:gd name="T5" fmla="*/ 2 h 87"/>
                  <a:gd name="T6" fmla="*/ 10 w 44"/>
                  <a:gd name="T7" fmla="*/ 2 h 87"/>
                  <a:gd name="T8" fmla="*/ 15 w 44"/>
                  <a:gd name="T9" fmla="*/ 6 h 87"/>
                  <a:gd name="T10" fmla="*/ 29 w 44"/>
                  <a:gd name="T11" fmla="*/ 22 h 87"/>
                  <a:gd name="T12" fmla="*/ 39 w 44"/>
                  <a:gd name="T13" fmla="*/ 36 h 87"/>
                  <a:gd name="T14" fmla="*/ 43 w 44"/>
                  <a:gd name="T15" fmla="*/ 52 h 87"/>
                  <a:gd name="T16" fmla="*/ 38 w 44"/>
                  <a:gd name="T17" fmla="*/ 74 h 87"/>
                  <a:gd name="T18" fmla="*/ 16 w 44"/>
                  <a:gd name="T19" fmla="*/ 87 h 87"/>
                  <a:gd name="T20" fmla="*/ 8 w 44"/>
                  <a:gd name="T21" fmla="*/ 81 h 87"/>
                  <a:gd name="T22" fmla="*/ 6 w 44"/>
                  <a:gd name="T23" fmla="*/ 65 h 87"/>
                  <a:gd name="T24" fmla="*/ 6 w 44"/>
                  <a:gd name="T2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" h="87">
                    <a:moveTo>
                      <a:pt x="6" y="57"/>
                    </a:moveTo>
                    <a:cubicBezTo>
                      <a:pt x="7" y="39"/>
                      <a:pt x="5" y="23"/>
                      <a:pt x="2" y="8"/>
                    </a:cubicBezTo>
                    <a:cubicBezTo>
                      <a:pt x="1" y="6"/>
                      <a:pt x="0" y="3"/>
                      <a:pt x="3" y="2"/>
                    </a:cubicBezTo>
                    <a:cubicBezTo>
                      <a:pt x="5" y="0"/>
                      <a:pt x="7" y="0"/>
                      <a:pt x="10" y="2"/>
                    </a:cubicBezTo>
                    <a:cubicBezTo>
                      <a:pt x="12" y="3"/>
                      <a:pt x="14" y="4"/>
                      <a:pt x="15" y="6"/>
                    </a:cubicBezTo>
                    <a:cubicBezTo>
                      <a:pt x="20" y="11"/>
                      <a:pt x="25" y="17"/>
                      <a:pt x="29" y="22"/>
                    </a:cubicBezTo>
                    <a:cubicBezTo>
                      <a:pt x="33" y="27"/>
                      <a:pt x="36" y="32"/>
                      <a:pt x="39" y="36"/>
                    </a:cubicBezTo>
                    <a:cubicBezTo>
                      <a:pt x="42" y="41"/>
                      <a:pt x="44" y="46"/>
                      <a:pt x="43" y="52"/>
                    </a:cubicBezTo>
                    <a:cubicBezTo>
                      <a:pt x="42" y="59"/>
                      <a:pt x="41" y="67"/>
                      <a:pt x="38" y="74"/>
                    </a:cubicBezTo>
                    <a:cubicBezTo>
                      <a:pt x="33" y="83"/>
                      <a:pt x="27" y="87"/>
                      <a:pt x="16" y="87"/>
                    </a:cubicBezTo>
                    <a:cubicBezTo>
                      <a:pt x="12" y="87"/>
                      <a:pt x="10" y="85"/>
                      <a:pt x="8" y="81"/>
                    </a:cubicBezTo>
                    <a:cubicBezTo>
                      <a:pt x="6" y="76"/>
                      <a:pt x="6" y="71"/>
                      <a:pt x="6" y="65"/>
                    </a:cubicBezTo>
                    <a:cubicBezTo>
                      <a:pt x="6" y="62"/>
                      <a:pt x="6" y="59"/>
                      <a:pt x="6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9556201" y="498129"/>
              <a:ext cx="588050" cy="586680"/>
              <a:chOff x="2105799" y="20055838"/>
              <a:chExt cx="6748090" cy="6732363"/>
            </a:xfrm>
            <a:solidFill>
              <a:srgbClr val="9A0001">
                <a:alpha val="80000"/>
              </a:srgbClr>
            </a:solidFill>
          </p:grpSpPr>
          <p:sp>
            <p:nvSpPr>
              <p:cNvPr id="7" name="Freeform 8"/>
              <p:cNvSpPr>
                <a:spLocks noEditPoints="1"/>
              </p:cNvSpPr>
              <p:nvPr/>
            </p:nvSpPr>
            <p:spPr bwMode="auto">
              <a:xfrm>
                <a:off x="2105799" y="20055838"/>
                <a:ext cx="6748090" cy="6732363"/>
              </a:xfrm>
              <a:custGeom>
                <a:avLst/>
                <a:gdLst>
                  <a:gd name="T0" fmla="*/ 0 w 965"/>
                  <a:gd name="T1" fmla="*/ 465 h 963"/>
                  <a:gd name="T2" fmla="*/ 1 w 965"/>
                  <a:gd name="T3" fmla="*/ 453 h 963"/>
                  <a:gd name="T4" fmla="*/ 10 w 965"/>
                  <a:gd name="T5" fmla="*/ 384 h 963"/>
                  <a:gd name="T6" fmla="*/ 50 w 965"/>
                  <a:gd name="T7" fmla="*/ 269 h 963"/>
                  <a:gd name="T8" fmla="*/ 220 w 965"/>
                  <a:gd name="T9" fmla="*/ 78 h 963"/>
                  <a:gd name="T10" fmla="*/ 368 w 965"/>
                  <a:gd name="T11" fmla="*/ 14 h 963"/>
                  <a:gd name="T12" fmla="*/ 459 w 965"/>
                  <a:gd name="T13" fmla="*/ 1 h 963"/>
                  <a:gd name="T14" fmla="*/ 465 w 965"/>
                  <a:gd name="T15" fmla="*/ 0 h 963"/>
                  <a:gd name="T16" fmla="*/ 498 w 965"/>
                  <a:gd name="T17" fmla="*/ 0 h 963"/>
                  <a:gd name="T18" fmla="*/ 503 w 965"/>
                  <a:gd name="T19" fmla="*/ 1 h 963"/>
                  <a:gd name="T20" fmla="*/ 746 w 965"/>
                  <a:gd name="T21" fmla="*/ 80 h 963"/>
                  <a:gd name="T22" fmla="*/ 941 w 965"/>
                  <a:gd name="T23" fmla="*/ 338 h 963"/>
                  <a:gd name="T24" fmla="*/ 962 w 965"/>
                  <a:gd name="T25" fmla="*/ 447 h 963"/>
                  <a:gd name="T26" fmla="*/ 945 w 965"/>
                  <a:gd name="T27" fmla="*/ 612 h 963"/>
                  <a:gd name="T28" fmla="*/ 857 w 965"/>
                  <a:gd name="T29" fmla="*/ 782 h 963"/>
                  <a:gd name="T30" fmla="*/ 722 w 965"/>
                  <a:gd name="T31" fmla="*/ 897 h 963"/>
                  <a:gd name="T32" fmla="*/ 584 w 965"/>
                  <a:gd name="T33" fmla="*/ 951 h 963"/>
                  <a:gd name="T34" fmla="*/ 502 w 965"/>
                  <a:gd name="T35" fmla="*/ 962 h 963"/>
                  <a:gd name="T36" fmla="*/ 497 w 965"/>
                  <a:gd name="T37" fmla="*/ 963 h 963"/>
                  <a:gd name="T38" fmla="*/ 466 w 965"/>
                  <a:gd name="T39" fmla="*/ 963 h 963"/>
                  <a:gd name="T40" fmla="*/ 449 w 965"/>
                  <a:gd name="T41" fmla="*/ 961 h 963"/>
                  <a:gd name="T42" fmla="*/ 332 w 965"/>
                  <a:gd name="T43" fmla="*/ 938 h 963"/>
                  <a:gd name="T44" fmla="*/ 51 w 965"/>
                  <a:gd name="T45" fmla="*/ 695 h 963"/>
                  <a:gd name="T46" fmla="*/ 8 w 965"/>
                  <a:gd name="T47" fmla="*/ 564 h 963"/>
                  <a:gd name="T48" fmla="*/ 1 w 965"/>
                  <a:gd name="T49" fmla="*/ 510 h 963"/>
                  <a:gd name="T50" fmla="*/ 0 w 965"/>
                  <a:gd name="T51" fmla="*/ 497 h 963"/>
                  <a:gd name="T52" fmla="*/ 0 w 965"/>
                  <a:gd name="T53" fmla="*/ 465 h 963"/>
                  <a:gd name="T54" fmla="*/ 481 w 965"/>
                  <a:gd name="T55" fmla="*/ 946 h 963"/>
                  <a:gd name="T56" fmla="*/ 946 w 965"/>
                  <a:gd name="T57" fmla="*/ 481 h 963"/>
                  <a:gd name="T58" fmla="*/ 482 w 965"/>
                  <a:gd name="T59" fmla="*/ 17 h 963"/>
                  <a:gd name="T60" fmla="*/ 17 w 965"/>
                  <a:gd name="T61" fmla="*/ 480 h 963"/>
                  <a:gd name="T62" fmla="*/ 481 w 965"/>
                  <a:gd name="T63" fmla="*/ 9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65" h="963">
                    <a:moveTo>
                      <a:pt x="0" y="465"/>
                    </a:moveTo>
                    <a:cubicBezTo>
                      <a:pt x="0" y="461"/>
                      <a:pt x="1" y="457"/>
                      <a:pt x="1" y="453"/>
                    </a:cubicBezTo>
                    <a:cubicBezTo>
                      <a:pt x="3" y="430"/>
                      <a:pt x="6" y="407"/>
                      <a:pt x="10" y="384"/>
                    </a:cubicBezTo>
                    <a:cubicBezTo>
                      <a:pt x="19" y="344"/>
                      <a:pt x="32" y="306"/>
                      <a:pt x="50" y="269"/>
                    </a:cubicBezTo>
                    <a:cubicBezTo>
                      <a:pt x="89" y="190"/>
                      <a:pt x="146" y="127"/>
                      <a:pt x="220" y="78"/>
                    </a:cubicBezTo>
                    <a:cubicBezTo>
                      <a:pt x="265" y="48"/>
                      <a:pt x="315" y="27"/>
                      <a:pt x="368" y="14"/>
                    </a:cubicBezTo>
                    <a:cubicBezTo>
                      <a:pt x="398" y="6"/>
                      <a:pt x="429" y="2"/>
                      <a:pt x="459" y="1"/>
                    </a:cubicBezTo>
                    <a:cubicBezTo>
                      <a:pt x="461" y="1"/>
                      <a:pt x="463" y="0"/>
                      <a:pt x="465" y="0"/>
                    </a:cubicBezTo>
                    <a:cubicBezTo>
                      <a:pt x="476" y="0"/>
                      <a:pt x="487" y="0"/>
                      <a:pt x="498" y="0"/>
                    </a:cubicBezTo>
                    <a:cubicBezTo>
                      <a:pt x="500" y="0"/>
                      <a:pt x="501" y="1"/>
                      <a:pt x="503" y="1"/>
                    </a:cubicBezTo>
                    <a:cubicBezTo>
                      <a:pt x="592" y="5"/>
                      <a:pt x="673" y="31"/>
                      <a:pt x="746" y="80"/>
                    </a:cubicBezTo>
                    <a:cubicBezTo>
                      <a:pt x="841" y="143"/>
                      <a:pt x="906" y="229"/>
                      <a:pt x="941" y="338"/>
                    </a:cubicBezTo>
                    <a:cubicBezTo>
                      <a:pt x="952" y="373"/>
                      <a:pt x="959" y="410"/>
                      <a:pt x="962" y="447"/>
                    </a:cubicBezTo>
                    <a:cubicBezTo>
                      <a:pt x="965" y="503"/>
                      <a:pt x="960" y="558"/>
                      <a:pt x="945" y="612"/>
                    </a:cubicBezTo>
                    <a:cubicBezTo>
                      <a:pt x="927" y="674"/>
                      <a:pt x="897" y="731"/>
                      <a:pt x="857" y="782"/>
                    </a:cubicBezTo>
                    <a:cubicBezTo>
                      <a:pt x="819" y="829"/>
                      <a:pt x="774" y="867"/>
                      <a:pt x="722" y="897"/>
                    </a:cubicBezTo>
                    <a:cubicBezTo>
                      <a:pt x="679" y="923"/>
                      <a:pt x="633" y="940"/>
                      <a:pt x="584" y="951"/>
                    </a:cubicBezTo>
                    <a:cubicBezTo>
                      <a:pt x="557" y="957"/>
                      <a:pt x="530" y="960"/>
                      <a:pt x="502" y="962"/>
                    </a:cubicBezTo>
                    <a:cubicBezTo>
                      <a:pt x="500" y="962"/>
                      <a:pt x="498" y="962"/>
                      <a:pt x="497" y="963"/>
                    </a:cubicBezTo>
                    <a:cubicBezTo>
                      <a:pt x="487" y="963"/>
                      <a:pt x="476" y="963"/>
                      <a:pt x="466" y="963"/>
                    </a:cubicBezTo>
                    <a:cubicBezTo>
                      <a:pt x="460" y="962"/>
                      <a:pt x="455" y="961"/>
                      <a:pt x="449" y="961"/>
                    </a:cubicBezTo>
                    <a:cubicBezTo>
                      <a:pt x="409" y="958"/>
                      <a:pt x="370" y="951"/>
                      <a:pt x="332" y="938"/>
                    </a:cubicBezTo>
                    <a:cubicBezTo>
                      <a:pt x="206" y="895"/>
                      <a:pt x="112" y="814"/>
                      <a:pt x="51" y="695"/>
                    </a:cubicBezTo>
                    <a:cubicBezTo>
                      <a:pt x="30" y="654"/>
                      <a:pt x="16" y="610"/>
                      <a:pt x="8" y="564"/>
                    </a:cubicBezTo>
                    <a:cubicBezTo>
                      <a:pt x="4" y="546"/>
                      <a:pt x="2" y="528"/>
                      <a:pt x="1" y="510"/>
                    </a:cubicBezTo>
                    <a:cubicBezTo>
                      <a:pt x="1" y="506"/>
                      <a:pt x="0" y="501"/>
                      <a:pt x="0" y="497"/>
                    </a:cubicBezTo>
                    <a:cubicBezTo>
                      <a:pt x="0" y="486"/>
                      <a:pt x="0" y="475"/>
                      <a:pt x="0" y="465"/>
                    </a:cubicBezTo>
                    <a:close/>
                    <a:moveTo>
                      <a:pt x="481" y="946"/>
                    </a:moveTo>
                    <a:cubicBezTo>
                      <a:pt x="738" y="946"/>
                      <a:pt x="946" y="736"/>
                      <a:pt x="946" y="481"/>
                    </a:cubicBezTo>
                    <a:cubicBezTo>
                      <a:pt x="947" y="228"/>
                      <a:pt x="740" y="17"/>
                      <a:pt x="482" y="17"/>
                    </a:cubicBezTo>
                    <a:cubicBezTo>
                      <a:pt x="226" y="16"/>
                      <a:pt x="17" y="225"/>
                      <a:pt x="17" y="480"/>
                    </a:cubicBezTo>
                    <a:cubicBezTo>
                      <a:pt x="16" y="736"/>
                      <a:pt x="225" y="945"/>
                      <a:pt x="481" y="94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8" name="Freeform 42"/>
              <p:cNvSpPr>
                <a:spLocks noEditPoints="1"/>
              </p:cNvSpPr>
              <p:nvPr/>
            </p:nvSpPr>
            <p:spPr bwMode="auto">
              <a:xfrm>
                <a:off x="2986668" y="20928842"/>
                <a:ext cx="4978486" cy="4970622"/>
              </a:xfrm>
              <a:custGeom>
                <a:avLst/>
                <a:gdLst>
                  <a:gd name="T0" fmla="*/ 711 w 711"/>
                  <a:gd name="T1" fmla="*/ 356 h 711"/>
                  <a:gd name="T2" fmla="*/ 355 w 711"/>
                  <a:gd name="T3" fmla="*/ 711 h 711"/>
                  <a:gd name="T4" fmla="*/ 0 w 711"/>
                  <a:gd name="T5" fmla="*/ 357 h 711"/>
                  <a:gd name="T6" fmla="*/ 354 w 711"/>
                  <a:gd name="T7" fmla="*/ 1 h 711"/>
                  <a:gd name="T8" fmla="*/ 711 w 711"/>
                  <a:gd name="T9" fmla="*/ 356 h 711"/>
                  <a:gd name="T10" fmla="*/ 355 w 711"/>
                  <a:gd name="T11" fmla="*/ 700 h 711"/>
                  <a:gd name="T12" fmla="*/ 700 w 711"/>
                  <a:gd name="T13" fmla="*/ 356 h 711"/>
                  <a:gd name="T14" fmla="*/ 355 w 711"/>
                  <a:gd name="T15" fmla="*/ 12 h 711"/>
                  <a:gd name="T16" fmla="*/ 11 w 711"/>
                  <a:gd name="T17" fmla="*/ 356 h 711"/>
                  <a:gd name="T18" fmla="*/ 355 w 711"/>
                  <a:gd name="T19" fmla="*/ 70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1" h="711">
                    <a:moveTo>
                      <a:pt x="711" y="356"/>
                    </a:moveTo>
                    <a:cubicBezTo>
                      <a:pt x="711" y="552"/>
                      <a:pt x="551" y="711"/>
                      <a:pt x="355" y="711"/>
                    </a:cubicBezTo>
                    <a:cubicBezTo>
                      <a:pt x="159" y="711"/>
                      <a:pt x="1" y="551"/>
                      <a:pt x="0" y="357"/>
                    </a:cubicBezTo>
                    <a:cubicBezTo>
                      <a:pt x="0" y="162"/>
                      <a:pt x="158" y="2"/>
                      <a:pt x="354" y="1"/>
                    </a:cubicBezTo>
                    <a:cubicBezTo>
                      <a:pt x="551" y="0"/>
                      <a:pt x="711" y="159"/>
                      <a:pt x="711" y="356"/>
                    </a:cubicBezTo>
                    <a:close/>
                    <a:moveTo>
                      <a:pt x="355" y="700"/>
                    </a:moveTo>
                    <a:cubicBezTo>
                      <a:pt x="545" y="701"/>
                      <a:pt x="700" y="546"/>
                      <a:pt x="700" y="356"/>
                    </a:cubicBezTo>
                    <a:cubicBezTo>
                      <a:pt x="700" y="166"/>
                      <a:pt x="545" y="12"/>
                      <a:pt x="355" y="12"/>
                    </a:cubicBezTo>
                    <a:cubicBezTo>
                      <a:pt x="166" y="12"/>
                      <a:pt x="11" y="166"/>
                      <a:pt x="11" y="356"/>
                    </a:cubicBezTo>
                    <a:cubicBezTo>
                      <a:pt x="11" y="545"/>
                      <a:pt x="166" y="700"/>
                      <a:pt x="355" y="7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9" name="Freeform 43"/>
              <p:cNvSpPr>
                <a:spLocks noEditPoints="1"/>
              </p:cNvSpPr>
              <p:nvPr/>
            </p:nvSpPr>
            <p:spPr bwMode="auto">
              <a:xfrm>
                <a:off x="7508990" y="21424332"/>
                <a:ext cx="550543" cy="660652"/>
              </a:xfrm>
              <a:custGeom>
                <a:avLst/>
                <a:gdLst>
                  <a:gd name="T0" fmla="*/ 37 w 79"/>
                  <a:gd name="T1" fmla="*/ 41 h 94"/>
                  <a:gd name="T2" fmla="*/ 21 w 79"/>
                  <a:gd name="T3" fmla="*/ 55 h 94"/>
                  <a:gd name="T4" fmla="*/ 19 w 79"/>
                  <a:gd name="T5" fmla="*/ 62 h 94"/>
                  <a:gd name="T6" fmla="*/ 20 w 79"/>
                  <a:gd name="T7" fmla="*/ 66 h 94"/>
                  <a:gd name="T8" fmla="*/ 0 w 79"/>
                  <a:gd name="T9" fmla="*/ 40 h 94"/>
                  <a:gd name="T10" fmla="*/ 3 w 79"/>
                  <a:gd name="T11" fmla="*/ 42 h 94"/>
                  <a:gd name="T12" fmla="*/ 12 w 79"/>
                  <a:gd name="T13" fmla="*/ 42 h 94"/>
                  <a:gd name="T14" fmla="*/ 48 w 79"/>
                  <a:gd name="T15" fmla="*/ 12 h 94"/>
                  <a:gd name="T16" fmla="*/ 50 w 79"/>
                  <a:gd name="T17" fmla="*/ 2 h 94"/>
                  <a:gd name="T18" fmla="*/ 50 w 79"/>
                  <a:gd name="T19" fmla="*/ 0 h 94"/>
                  <a:gd name="T20" fmla="*/ 52 w 79"/>
                  <a:gd name="T21" fmla="*/ 2 h 94"/>
                  <a:gd name="T22" fmla="*/ 70 w 79"/>
                  <a:gd name="T23" fmla="*/ 26 h 94"/>
                  <a:gd name="T24" fmla="*/ 77 w 79"/>
                  <a:gd name="T25" fmla="*/ 40 h 94"/>
                  <a:gd name="T26" fmla="*/ 75 w 79"/>
                  <a:gd name="T27" fmla="*/ 54 h 94"/>
                  <a:gd name="T28" fmla="*/ 57 w 79"/>
                  <a:gd name="T29" fmla="*/ 59 h 94"/>
                  <a:gd name="T30" fmla="*/ 50 w 79"/>
                  <a:gd name="T31" fmla="*/ 56 h 94"/>
                  <a:gd name="T32" fmla="*/ 40 w 79"/>
                  <a:gd name="T33" fmla="*/ 94 h 94"/>
                  <a:gd name="T34" fmla="*/ 38 w 79"/>
                  <a:gd name="T35" fmla="*/ 92 h 94"/>
                  <a:gd name="T36" fmla="*/ 31 w 79"/>
                  <a:gd name="T37" fmla="*/ 82 h 94"/>
                  <a:gd name="T38" fmla="*/ 29 w 79"/>
                  <a:gd name="T39" fmla="*/ 75 h 94"/>
                  <a:gd name="T40" fmla="*/ 38 w 79"/>
                  <a:gd name="T41" fmla="*/ 47 h 94"/>
                  <a:gd name="T42" fmla="*/ 37 w 79"/>
                  <a:gd name="T43" fmla="*/ 41 h 94"/>
                  <a:gd name="T44" fmla="*/ 40 w 79"/>
                  <a:gd name="T45" fmla="*/ 39 h 94"/>
                  <a:gd name="T46" fmla="*/ 45 w 79"/>
                  <a:gd name="T47" fmla="*/ 45 h 94"/>
                  <a:gd name="T48" fmla="*/ 61 w 79"/>
                  <a:gd name="T49" fmla="*/ 45 h 94"/>
                  <a:gd name="T50" fmla="*/ 65 w 79"/>
                  <a:gd name="T51" fmla="*/ 43 h 94"/>
                  <a:gd name="T52" fmla="*/ 65 w 79"/>
                  <a:gd name="T53" fmla="*/ 24 h 94"/>
                  <a:gd name="T54" fmla="*/ 59 w 79"/>
                  <a:gd name="T55" fmla="*/ 24 h 94"/>
                  <a:gd name="T56" fmla="*/ 45 w 79"/>
                  <a:gd name="T57" fmla="*/ 35 h 94"/>
                  <a:gd name="T58" fmla="*/ 40 w 79"/>
                  <a:gd name="T59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9" h="94">
                    <a:moveTo>
                      <a:pt x="37" y="41"/>
                    </a:moveTo>
                    <a:cubicBezTo>
                      <a:pt x="32" y="46"/>
                      <a:pt x="26" y="50"/>
                      <a:pt x="21" y="55"/>
                    </a:cubicBezTo>
                    <a:cubicBezTo>
                      <a:pt x="18" y="57"/>
                      <a:pt x="18" y="60"/>
                      <a:pt x="19" y="62"/>
                    </a:cubicBezTo>
                    <a:cubicBezTo>
                      <a:pt x="20" y="64"/>
                      <a:pt x="20" y="65"/>
                      <a:pt x="20" y="66"/>
                    </a:cubicBezTo>
                    <a:cubicBezTo>
                      <a:pt x="17" y="65"/>
                      <a:pt x="3" y="47"/>
                      <a:pt x="0" y="40"/>
                    </a:cubicBezTo>
                    <a:cubicBezTo>
                      <a:pt x="2" y="41"/>
                      <a:pt x="2" y="41"/>
                      <a:pt x="3" y="42"/>
                    </a:cubicBezTo>
                    <a:cubicBezTo>
                      <a:pt x="7" y="44"/>
                      <a:pt x="9" y="44"/>
                      <a:pt x="12" y="42"/>
                    </a:cubicBezTo>
                    <a:cubicBezTo>
                      <a:pt x="24" y="32"/>
                      <a:pt x="36" y="22"/>
                      <a:pt x="48" y="12"/>
                    </a:cubicBezTo>
                    <a:cubicBezTo>
                      <a:pt x="52" y="9"/>
                      <a:pt x="52" y="7"/>
                      <a:pt x="50" y="2"/>
                    </a:cubicBezTo>
                    <a:cubicBezTo>
                      <a:pt x="50" y="1"/>
                      <a:pt x="50" y="1"/>
                      <a:pt x="50" y="0"/>
                    </a:cubicBezTo>
                    <a:cubicBezTo>
                      <a:pt x="51" y="1"/>
                      <a:pt x="52" y="1"/>
                      <a:pt x="52" y="2"/>
                    </a:cubicBezTo>
                    <a:cubicBezTo>
                      <a:pt x="58" y="10"/>
                      <a:pt x="64" y="18"/>
                      <a:pt x="70" y="26"/>
                    </a:cubicBezTo>
                    <a:cubicBezTo>
                      <a:pt x="73" y="30"/>
                      <a:pt x="75" y="35"/>
                      <a:pt x="77" y="40"/>
                    </a:cubicBezTo>
                    <a:cubicBezTo>
                      <a:pt x="79" y="45"/>
                      <a:pt x="79" y="50"/>
                      <a:pt x="75" y="54"/>
                    </a:cubicBezTo>
                    <a:cubicBezTo>
                      <a:pt x="71" y="60"/>
                      <a:pt x="64" y="62"/>
                      <a:pt x="57" y="59"/>
                    </a:cubicBezTo>
                    <a:cubicBezTo>
                      <a:pt x="55" y="58"/>
                      <a:pt x="53" y="57"/>
                      <a:pt x="50" y="56"/>
                    </a:cubicBezTo>
                    <a:cubicBezTo>
                      <a:pt x="47" y="69"/>
                      <a:pt x="42" y="81"/>
                      <a:pt x="40" y="94"/>
                    </a:cubicBezTo>
                    <a:cubicBezTo>
                      <a:pt x="40" y="94"/>
                      <a:pt x="39" y="93"/>
                      <a:pt x="38" y="92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9" y="80"/>
                      <a:pt x="29" y="78"/>
                      <a:pt x="29" y="75"/>
                    </a:cubicBezTo>
                    <a:cubicBezTo>
                      <a:pt x="33" y="66"/>
                      <a:pt x="36" y="56"/>
                      <a:pt x="38" y="47"/>
                    </a:cubicBezTo>
                    <a:cubicBezTo>
                      <a:pt x="39" y="45"/>
                      <a:pt x="40" y="43"/>
                      <a:pt x="37" y="41"/>
                    </a:cubicBezTo>
                    <a:close/>
                    <a:moveTo>
                      <a:pt x="40" y="39"/>
                    </a:moveTo>
                    <a:cubicBezTo>
                      <a:pt x="42" y="41"/>
                      <a:pt x="43" y="43"/>
                      <a:pt x="45" y="45"/>
                    </a:cubicBezTo>
                    <a:cubicBezTo>
                      <a:pt x="50" y="50"/>
                      <a:pt x="55" y="50"/>
                      <a:pt x="61" y="45"/>
                    </a:cubicBezTo>
                    <a:cubicBezTo>
                      <a:pt x="63" y="45"/>
                      <a:pt x="64" y="44"/>
                      <a:pt x="65" y="43"/>
                    </a:cubicBezTo>
                    <a:cubicBezTo>
                      <a:pt x="71" y="37"/>
                      <a:pt x="71" y="31"/>
                      <a:pt x="65" y="24"/>
                    </a:cubicBezTo>
                    <a:cubicBezTo>
                      <a:pt x="63" y="22"/>
                      <a:pt x="62" y="21"/>
                      <a:pt x="59" y="24"/>
                    </a:cubicBezTo>
                    <a:cubicBezTo>
                      <a:pt x="54" y="27"/>
                      <a:pt x="50" y="31"/>
                      <a:pt x="45" y="35"/>
                    </a:cubicBezTo>
                    <a:cubicBezTo>
                      <a:pt x="44" y="36"/>
                      <a:pt x="42" y="38"/>
                      <a:pt x="40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" name="Freeform 44"/>
              <p:cNvSpPr/>
              <p:nvPr/>
            </p:nvSpPr>
            <p:spPr bwMode="auto">
              <a:xfrm>
                <a:off x="2373206" y="22674853"/>
                <a:ext cx="526949" cy="566274"/>
              </a:xfrm>
              <a:custGeom>
                <a:avLst/>
                <a:gdLst>
                  <a:gd name="T0" fmla="*/ 0 w 76"/>
                  <a:gd name="T1" fmla="*/ 68 h 80"/>
                  <a:gd name="T2" fmla="*/ 5 w 76"/>
                  <a:gd name="T3" fmla="*/ 36 h 80"/>
                  <a:gd name="T4" fmla="*/ 7 w 76"/>
                  <a:gd name="T5" fmla="*/ 36 h 80"/>
                  <a:gd name="T6" fmla="*/ 7 w 76"/>
                  <a:gd name="T7" fmla="*/ 39 h 80"/>
                  <a:gd name="T8" fmla="*/ 13 w 76"/>
                  <a:gd name="T9" fmla="*/ 46 h 80"/>
                  <a:gd name="T10" fmla="*/ 35 w 76"/>
                  <a:gd name="T11" fmla="*/ 50 h 80"/>
                  <a:gd name="T12" fmla="*/ 33 w 76"/>
                  <a:gd name="T13" fmla="*/ 47 h 80"/>
                  <a:gd name="T14" fmla="*/ 18 w 76"/>
                  <a:gd name="T15" fmla="*/ 24 h 80"/>
                  <a:gd name="T16" fmla="*/ 17 w 76"/>
                  <a:gd name="T17" fmla="*/ 22 h 80"/>
                  <a:gd name="T18" fmla="*/ 10 w 76"/>
                  <a:gd name="T19" fmla="*/ 23 h 80"/>
                  <a:gd name="T20" fmla="*/ 8 w 76"/>
                  <a:gd name="T21" fmla="*/ 29 h 80"/>
                  <a:gd name="T22" fmla="*/ 12 w 76"/>
                  <a:gd name="T23" fmla="*/ 0 h 80"/>
                  <a:gd name="T24" fmla="*/ 13 w 76"/>
                  <a:gd name="T25" fmla="*/ 1 h 80"/>
                  <a:gd name="T26" fmla="*/ 19 w 76"/>
                  <a:gd name="T27" fmla="*/ 19 h 80"/>
                  <a:gd name="T28" fmla="*/ 29 w 76"/>
                  <a:gd name="T29" fmla="*/ 35 h 80"/>
                  <a:gd name="T30" fmla="*/ 33 w 76"/>
                  <a:gd name="T31" fmla="*/ 34 h 80"/>
                  <a:gd name="T32" fmla="*/ 69 w 76"/>
                  <a:gd name="T33" fmla="*/ 13 h 80"/>
                  <a:gd name="T34" fmla="*/ 75 w 76"/>
                  <a:gd name="T35" fmla="*/ 8 h 80"/>
                  <a:gd name="T36" fmla="*/ 74 w 76"/>
                  <a:gd name="T37" fmla="*/ 18 h 80"/>
                  <a:gd name="T38" fmla="*/ 72 w 76"/>
                  <a:gd name="T39" fmla="*/ 30 h 80"/>
                  <a:gd name="T40" fmla="*/ 70 w 76"/>
                  <a:gd name="T41" fmla="*/ 40 h 80"/>
                  <a:gd name="T42" fmla="*/ 69 w 76"/>
                  <a:gd name="T43" fmla="*/ 40 h 80"/>
                  <a:gd name="T44" fmla="*/ 68 w 76"/>
                  <a:gd name="T45" fmla="*/ 32 h 80"/>
                  <a:gd name="T46" fmla="*/ 64 w 76"/>
                  <a:gd name="T47" fmla="*/ 33 h 80"/>
                  <a:gd name="T48" fmla="*/ 39 w 76"/>
                  <a:gd name="T49" fmla="*/ 48 h 80"/>
                  <a:gd name="T50" fmla="*/ 42 w 76"/>
                  <a:gd name="T51" fmla="*/ 51 h 80"/>
                  <a:gd name="T52" fmla="*/ 60 w 76"/>
                  <a:gd name="T53" fmla="*/ 55 h 80"/>
                  <a:gd name="T54" fmla="*/ 66 w 76"/>
                  <a:gd name="T55" fmla="*/ 51 h 80"/>
                  <a:gd name="T56" fmla="*/ 68 w 76"/>
                  <a:gd name="T57" fmla="*/ 48 h 80"/>
                  <a:gd name="T58" fmla="*/ 63 w 76"/>
                  <a:gd name="T59" fmla="*/ 80 h 80"/>
                  <a:gd name="T60" fmla="*/ 62 w 76"/>
                  <a:gd name="T61" fmla="*/ 80 h 80"/>
                  <a:gd name="T62" fmla="*/ 62 w 76"/>
                  <a:gd name="T63" fmla="*/ 77 h 80"/>
                  <a:gd name="T64" fmla="*/ 55 w 76"/>
                  <a:gd name="T65" fmla="*/ 70 h 80"/>
                  <a:gd name="T66" fmla="*/ 11 w 76"/>
                  <a:gd name="T67" fmla="*/ 62 h 80"/>
                  <a:gd name="T68" fmla="*/ 3 w 76"/>
                  <a:gd name="T69" fmla="*/ 66 h 80"/>
                  <a:gd name="T70" fmla="*/ 1 w 76"/>
                  <a:gd name="T71" fmla="*/ 68 h 80"/>
                  <a:gd name="T72" fmla="*/ 0 w 76"/>
                  <a:gd name="T7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6" h="80">
                    <a:moveTo>
                      <a:pt x="0" y="68"/>
                    </a:moveTo>
                    <a:cubicBezTo>
                      <a:pt x="2" y="57"/>
                      <a:pt x="4" y="47"/>
                      <a:pt x="5" y="36"/>
                    </a:cubicBezTo>
                    <a:cubicBezTo>
                      <a:pt x="6" y="36"/>
                      <a:pt x="6" y="36"/>
                      <a:pt x="7" y="36"/>
                    </a:cubicBezTo>
                    <a:cubicBezTo>
                      <a:pt x="7" y="37"/>
                      <a:pt x="7" y="38"/>
                      <a:pt x="7" y="39"/>
                    </a:cubicBezTo>
                    <a:cubicBezTo>
                      <a:pt x="8" y="43"/>
                      <a:pt x="9" y="45"/>
                      <a:pt x="13" y="46"/>
                    </a:cubicBezTo>
                    <a:cubicBezTo>
                      <a:pt x="20" y="48"/>
                      <a:pt x="27" y="49"/>
                      <a:pt x="35" y="50"/>
                    </a:cubicBezTo>
                    <a:cubicBezTo>
                      <a:pt x="34" y="49"/>
                      <a:pt x="34" y="48"/>
                      <a:pt x="33" y="47"/>
                    </a:cubicBezTo>
                    <a:cubicBezTo>
                      <a:pt x="28" y="39"/>
                      <a:pt x="23" y="32"/>
                      <a:pt x="18" y="24"/>
                    </a:cubicBezTo>
                    <a:cubicBezTo>
                      <a:pt x="18" y="24"/>
                      <a:pt x="17" y="23"/>
                      <a:pt x="17" y="22"/>
                    </a:cubicBezTo>
                    <a:cubicBezTo>
                      <a:pt x="14" y="19"/>
                      <a:pt x="12" y="20"/>
                      <a:pt x="10" y="23"/>
                    </a:cubicBezTo>
                    <a:cubicBezTo>
                      <a:pt x="10" y="25"/>
                      <a:pt x="9" y="26"/>
                      <a:pt x="8" y="29"/>
                    </a:cubicBezTo>
                    <a:cubicBezTo>
                      <a:pt x="7" y="24"/>
                      <a:pt x="10" y="4"/>
                      <a:pt x="12" y="0"/>
                    </a:cubicBezTo>
                    <a:cubicBezTo>
                      <a:pt x="13" y="0"/>
                      <a:pt x="13" y="1"/>
                      <a:pt x="13" y="1"/>
                    </a:cubicBezTo>
                    <a:cubicBezTo>
                      <a:pt x="13" y="8"/>
                      <a:pt x="16" y="14"/>
                      <a:pt x="19" y="19"/>
                    </a:cubicBezTo>
                    <a:cubicBezTo>
                      <a:pt x="22" y="25"/>
                      <a:pt x="26" y="30"/>
                      <a:pt x="29" y="35"/>
                    </a:cubicBezTo>
                    <a:cubicBezTo>
                      <a:pt x="31" y="35"/>
                      <a:pt x="32" y="34"/>
                      <a:pt x="33" y="34"/>
                    </a:cubicBezTo>
                    <a:cubicBezTo>
                      <a:pt x="45" y="27"/>
                      <a:pt x="57" y="20"/>
                      <a:pt x="69" y="13"/>
                    </a:cubicBezTo>
                    <a:cubicBezTo>
                      <a:pt x="71" y="12"/>
                      <a:pt x="73" y="10"/>
                      <a:pt x="75" y="8"/>
                    </a:cubicBezTo>
                    <a:cubicBezTo>
                      <a:pt x="76" y="12"/>
                      <a:pt x="74" y="15"/>
                      <a:pt x="74" y="18"/>
                    </a:cubicBezTo>
                    <a:cubicBezTo>
                      <a:pt x="73" y="22"/>
                      <a:pt x="73" y="26"/>
                      <a:pt x="72" y="30"/>
                    </a:cubicBezTo>
                    <a:cubicBezTo>
                      <a:pt x="71" y="33"/>
                      <a:pt x="71" y="37"/>
                      <a:pt x="70" y="40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68" y="38"/>
                      <a:pt x="68" y="35"/>
                      <a:pt x="68" y="32"/>
                    </a:cubicBezTo>
                    <a:cubicBezTo>
                      <a:pt x="66" y="32"/>
                      <a:pt x="65" y="33"/>
                      <a:pt x="64" y="33"/>
                    </a:cubicBezTo>
                    <a:cubicBezTo>
                      <a:pt x="55" y="38"/>
                      <a:pt x="47" y="43"/>
                      <a:pt x="39" y="48"/>
                    </a:cubicBezTo>
                    <a:cubicBezTo>
                      <a:pt x="39" y="50"/>
                      <a:pt x="40" y="51"/>
                      <a:pt x="42" y="51"/>
                    </a:cubicBezTo>
                    <a:cubicBezTo>
                      <a:pt x="48" y="53"/>
                      <a:pt x="54" y="54"/>
                      <a:pt x="60" y="55"/>
                    </a:cubicBezTo>
                    <a:cubicBezTo>
                      <a:pt x="63" y="55"/>
                      <a:pt x="64" y="54"/>
                      <a:pt x="66" y="51"/>
                    </a:cubicBezTo>
                    <a:cubicBezTo>
                      <a:pt x="66" y="50"/>
                      <a:pt x="67" y="49"/>
                      <a:pt x="68" y="48"/>
                    </a:cubicBezTo>
                    <a:cubicBezTo>
                      <a:pt x="67" y="58"/>
                      <a:pt x="65" y="69"/>
                      <a:pt x="63" y="80"/>
                    </a:cubicBezTo>
                    <a:cubicBezTo>
                      <a:pt x="63" y="80"/>
                      <a:pt x="63" y="80"/>
                      <a:pt x="62" y="80"/>
                    </a:cubicBezTo>
                    <a:cubicBezTo>
                      <a:pt x="62" y="79"/>
                      <a:pt x="62" y="78"/>
                      <a:pt x="62" y="77"/>
                    </a:cubicBezTo>
                    <a:cubicBezTo>
                      <a:pt x="61" y="72"/>
                      <a:pt x="60" y="71"/>
                      <a:pt x="55" y="70"/>
                    </a:cubicBezTo>
                    <a:cubicBezTo>
                      <a:pt x="40" y="67"/>
                      <a:pt x="26" y="64"/>
                      <a:pt x="11" y="62"/>
                    </a:cubicBezTo>
                    <a:cubicBezTo>
                      <a:pt x="6" y="61"/>
                      <a:pt x="5" y="62"/>
                      <a:pt x="3" y="66"/>
                    </a:cubicBezTo>
                    <a:cubicBezTo>
                      <a:pt x="2" y="67"/>
                      <a:pt x="2" y="68"/>
                      <a:pt x="1" y="68"/>
                    </a:cubicBezTo>
                    <a:cubicBezTo>
                      <a:pt x="1" y="68"/>
                      <a:pt x="1" y="68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" name="Freeform 45"/>
              <p:cNvSpPr/>
              <p:nvPr/>
            </p:nvSpPr>
            <p:spPr bwMode="auto">
              <a:xfrm>
                <a:off x="6989906" y="20865924"/>
                <a:ext cx="574138" cy="613463"/>
              </a:xfrm>
              <a:custGeom>
                <a:avLst/>
                <a:gdLst>
                  <a:gd name="T0" fmla="*/ 61 w 82"/>
                  <a:gd name="T1" fmla="*/ 37 h 87"/>
                  <a:gd name="T2" fmla="*/ 42 w 82"/>
                  <a:gd name="T3" fmla="*/ 65 h 87"/>
                  <a:gd name="T4" fmla="*/ 44 w 82"/>
                  <a:gd name="T5" fmla="*/ 59 h 87"/>
                  <a:gd name="T6" fmla="*/ 37 w 82"/>
                  <a:gd name="T7" fmla="*/ 42 h 87"/>
                  <a:gd name="T8" fmla="*/ 36 w 82"/>
                  <a:gd name="T9" fmla="*/ 44 h 87"/>
                  <a:gd name="T10" fmla="*/ 24 w 82"/>
                  <a:gd name="T11" fmla="*/ 61 h 87"/>
                  <a:gd name="T12" fmla="*/ 25 w 82"/>
                  <a:gd name="T13" fmla="*/ 68 h 87"/>
                  <a:gd name="T14" fmla="*/ 54 w 82"/>
                  <a:gd name="T15" fmla="*/ 74 h 87"/>
                  <a:gd name="T16" fmla="*/ 59 w 82"/>
                  <a:gd name="T17" fmla="*/ 73 h 87"/>
                  <a:gd name="T18" fmla="*/ 45 w 82"/>
                  <a:gd name="T19" fmla="*/ 87 h 87"/>
                  <a:gd name="T20" fmla="*/ 0 w 82"/>
                  <a:gd name="T21" fmla="*/ 52 h 87"/>
                  <a:gd name="T22" fmla="*/ 4 w 82"/>
                  <a:gd name="T23" fmla="*/ 54 h 87"/>
                  <a:gd name="T24" fmla="*/ 12 w 82"/>
                  <a:gd name="T25" fmla="*/ 51 h 87"/>
                  <a:gd name="T26" fmla="*/ 39 w 82"/>
                  <a:gd name="T27" fmla="*/ 12 h 87"/>
                  <a:gd name="T28" fmla="*/ 39 w 82"/>
                  <a:gd name="T29" fmla="*/ 3 h 87"/>
                  <a:gd name="T30" fmla="*/ 37 w 82"/>
                  <a:gd name="T31" fmla="*/ 0 h 87"/>
                  <a:gd name="T32" fmla="*/ 82 w 82"/>
                  <a:gd name="T33" fmla="*/ 33 h 87"/>
                  <a:gd name="T34" fmla="*/ 70 w 82"/>
                  <a:gd name="T35" fmla="*/ 48 h 87"/>
                  <a:gd name="T36" fmla="*/ 70 w 82"/>
                  <a:gd name="T37" fmla="*/ 46 h 87"/>
                  <a:gd name="T38" fmla="*/ 65 w 82"/>
                  <a:gd name="T39" fmla="*/ 24 h 87"/>
                  <a:gd name="T40" fmla="*/ 58 w 82"/>
                  <a:gd name="T41" fmla="*/ 19 h 87"/>
                  <a:gd name="T42" fmla="*/ 53 w 82"/>
                  <a:gd name="T43" fmla="*/ 20 h 87"/>
                  <a:gd name="T44" fmla="*/ 41 w 82"/>
                  <a:gd name="T45" fmla="*/ 36 h 87"/>
                  <a:gd name="T46" fmla="*/ 40 w 82"/>
                  <a:gd name="T47" fmla="*/ 39 h 87"/>
                  <a:gd name="T48" fmla="*/ 51 w 82"/>
                  <a:gd name="T49" fmla="*/ 43 h 87"/>
                  <a:gd name="T50" fmla="*/ 61 w 82"/>
                  <a:gd name="T51" fmla="*/ 3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2" h="87">
                    <a:moveTo>
                      <a:pt x="61" y="37"/>
                    </a:moveTo>
                    <a:cubicBezTo>
                      <a:pt x="60" y="41"/>
                      <a:pt x="46" y="62"/>
                      <a:pt x="42" y="65"/>
                    </a:cubicBezTo>
                    <a:cubicBezTo>
                      <a:pt x="43" y="62"/>
                      <a:pt x="43" y="60"/>
                      <a:pt x="44" y="59"/>
                    </a:cubicBezTo>
                    <a:cubicBezTo>
                      <a:pt x="46" y="52"/>
                      <a:pt x="44" y="46"/>
                      <a:pt x="37" y="42"/>
                    </a:cubicBezTo>
                    <a:cubicBezTo>
                      <a:pt x="37" y="42"/>
                      <a:pt x="36" y="43"/>
                      <a:pt x="36" y="44"/>
                    </a:cubicBezTo>
                    <a:cubicBezTo>
                      <a:pt x="32" y="50"/>
                      <a:pt x="28" y="55"/>
                      <a:pt x="24" y="61"/>
                    </a:cubicBezTo>
                    <a:cubicBezTo>
                      <a:pt x="22" y="64"/>
                      <a:pt x="22" y="66"/>
                      <a:pt x="25" y="68"/>
                    </a:cubicBezTo>
                    <a:cubicBezTo>
                      <a:pt x="33" y="76"/>
                      <a:pt x="42" y="80"/>
                      <a:pt x="54" y="74"/>
                    </a:cubicBezTo>
                    <a:cubicBezTo>
                      <a:pt x="56" y="73"/>
                      <a:pt x="56" y="73"/>
                      <a:pt x="59" y="73"/>
                    </a:cubicBezTo>
                    <a:cubicBezTo>
                      <a:pt x="57" y="76"/>
                      <a:pt x="50" y="84"/>
                      <a:pt x="45" y="87"/>
                    </a:cubicBezTo>
                    <a:cubicBezTo>
                      <a:pt x="36" y="82"/>
                      <a:pt x="2" y="56"/>
                      <a:pt x="0" y="52"/>
                    </a:cubicBezTo>
                    <a:cubicBezTo>
                      <a:pt x="2" y="53"/>
                      <a:pt x="3" y="53"/>
                      <a:pt x="4" y="54"/>
                    </a:cubicBezTo>
                    <a:cubicBezTo>
                      <a:pt x="8" y="55"/>
                      <a:pt x="10" y="54"/>
                      <a:pt x="12" y="51"/>
                    </a:cubicBezTo>
                    <a:cubicBezTo>
                      <a:pt x="21" y="38"/>
                      <a:pt x="30" y="25"/>
                      <a:pt x="39" y="12"/>
                    </a:cubicBezTo>
                    <a:cubicBezTo>
                      <a:pt x="42" y="8"/>
                      <a:pt x="41" y="6"/>
                      <a:pt x="39" y="3"/>
                    </a:cubicBezTo>
                    <a:cubicBezTo>
                      <a:pt x="38" y="2"/>
                      <a:pt x="38" y="1"/>
                      <a:pt x="37" y="0"/>
                    </a:cubicBezTo>
                    <a:cubicBezTo>
                      <a:pt x="40" y="1"/>
                      <a:pt x="76" y="27"/>
                      <a:pt x="82" y="33"/>
                    </a:cubicBezTo>
                    <a:cubicBezTo>
                      <a:pt x="79" y="38"/>
                      <a:pt x="73" y="46"/>
                      <a:pt x="70" y="48"/>
                    </a:cubicBezTo>
                    <a:cubicBezTo>
                      <a:pt x="70" y="47"/>
                      <a:pt x="70" y="46"/>
                      <a:pt x="70" y="46"/>
                    </a:cubicBezTo>
                    <a:cubicBezTo>
                      <a:pt x="74" y="36"/>
                      <a:pt x="72" y="30"/>
                      <a:pt x="65" y="24"/>
                    </a:cubicBezTo>
                    <a:cubicBezTo>
                      <a:pt x="63" y="22"/>
                      <a:pt x="61" y="20"/>
                      <a:pt x="58" y="19"/>
                    </a:cubicBezTo>
                    <a:cubicBezTo>
                      <a:pt x="56" y="17"/>
                      <a:pt x="54" y="18"/>
                      <a:pt x="53" y="20"/>
                    </a:cubicBezTo>
                    <a:cubicBezTo>
                      <a:pt x="49" y="25"/>
                      <a:pt x="45" y="30"/>
                      <a:pt x="41" y="36"/>
                    </a:cubicBezTo>
                    <a:cubicBezTo>
                      <a:pt x="41" y="37"/>
                      <a:pt x="40" y="38"/>
                      <a:pt x="40" y="39"/>
                    </a:cubicBezTo>
                    <a:cubicBezTo>
                      <a:pt x="43" y="42"/>
                      <a:pt x="46" y="44"/>
                      <a:pt x="51" y="43"/>
                    </a:cubicBezTo>
                    <a:cubicBezTo>
                      <a:pt x="54" y="42"/>
                      <a:pt x="58" y="39"/>
                      <a:pt x="61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46"/>
              <p:cNvSpPr/>
              <p:nvPr/>
            </p:nvSpPr>
            <p:spPr bwMode="auto">
              <a:xfrm>
                <a:off x="2373206" y="23555723"/>
                <a:ext cx="495489" cy="471895"/>
              </a:xfrm>
              <a:custGeom>
                <a:avLst/>
                <a:gdLst>
                  <a:gd name="T0" fmla="*/ 49 w 71"/>
                  <a:gd name="T1" fmla="*/ 20 h 68"/>
                  <a:gd name="T2" fmla="*/ 37 w 71"/>
                  <a:gd name="T3" fmla="*/ 29 h 68"/>
                  <a:gd name="T4" fmla="*/ 38 w 71"/>
                  <a:gd name="T5" fmla="*/ 39 h 68"/>
                  <a:gd name="T6" fmla="*/ 44 w 71"/>
                  <a:gd name="T7" fmla="*/ 38 h 68"/>
                  <a:gd name="T8" fmla="*/ 60 w 71"/>
                  <a:gd name="T9" fmla="*/ 36 h 68"/>
                  <a:gd name="T10" fmla="*/ 65 w 71"/>
                  <a:gd name="T11" fmla="*/ 30 h 68"/>
                  <a:gd name="T12" fmla="*/ 48 w 71"/>
                  <a:gd name="T13" fmla="*/ 4 h 68"/>
                  <a:gd name="T14" fmla="*/ 44 w 71"/>
                  <a:gd name="T15" fmla="*/ 0 h 68"/>
                  <a:gd name="T16" fmla="*/ 63 w 71"/>
                  <a:gd name="T17" fmla="*/ 1 h 68"/>
                  <a:gd name="T18" fmla="*/ 70 w 71"/>
                  <a:gd name="T19" fmla="*/ 59 h 68"/>
                  <a:gd name="T20" fmla="*/ 68 w 71"/>
                  <a:gd name="T21" fmla="*/ 55 h 68"/>
                  <a:gd name="T22" fmla="*/ 62 w 71"/>
                  <a:gd name="T23" fmla="*/ 51 h 68"/>
                  <a:gd name="T24" fmla="*/ 16 w 71"/>
                  <a:gd name="T25" fmla="*/ 58 h 68"/>
                  <a:gd name="T26" fmla="*/ 9 w 71"/>
                  <a:gd name="T27" fmla="*/ 65 h 68"/>
                  <a:gd name="T28" fmla="*/ 9 w 71"/>
                  <a:gd name="T29" fmla="*/ 68 h 68"/>
                  <a:gd name="T30" fmla="*/ 1 w 71"/>
                  <a:gd name="T31" fmla="*/ 11 h 68"/>
                  <a:gd name="T32" fmla="*/ 18 w 71"/>
                  <a:gd name="T33" fmla="*/ 9 h 68"/>
                  <a:gd name="T34" fmla="*/ 19 w 71"/>
                  <a:gd name="T35" fmla="*/ 10 h 68"/>
                  <a:gd name="T36" fmla="*/ 17 w 71"/>
                  <a:gd name="T37" fmla="*/ 11 h 68"/>
                  <a:gd name="T38" fmla="*/ 6 w 71"/>
                  <a:gd name="T39" fmla="*/ 30 h 68"/>
                  <a:gd name="T40" fmla="*/ 7 w 71"/>
                  <a:gd name="T41" fmla="*/ 38 h 68"/>
                  <a:gd name="T42" fmla="*/ 13 w 71"/>
                  <a:gd name="T43" fmla="*/ 42 h 68"/>
                  <a:gd name="T44" fmla="*/ 33 w 71"/>
                  <a:gd name="T45" fmla="*/ 39 h 68"/>
                  <a:gd name="T46" fmla="*/ 29 w 71"/>
                  <a:gd name="T47" fmla="*/ 28 h 68"/>
                  <a:gd name="T48" fmla="*/ 18 w 71"/>
                  <a:gd name="T49" fmla="*/ 24 h 68"/>
                  <a:gd name="T50" fmla="*/ 19 w 71"/>
                  <a:gd name="T51" fmla="*/ 22 h 68"/>
                  <a:gd name="T52" fmla="*/ 49 w 71"/>
                  <a:gd name="T53" fmla="*/ 18 h 68"/>
                  <a:gd name="T54" fmla="*/ 49 w 71"/>
                  <a:gd name="T55" fmla="*/ 2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1" h="68">
                    <a:moveTo>
                      <a:pt x="49" y="20"/>
                    </a:moveTo>
                    <a:cubicBezTo>
                      <a:pt x="44" y="22"/>
                      <a:pt x="39" y="24"/>
                      <a:pt x="37" y="29"/>
                    </a:cubicBezTo>
                    <a:cubicBezTo>
                      <a:pt x="36" y="32"/>
                      <a:pt x="36" y="35"/>
                      <a:pt x="38" y="39"/>
                    </a:cubicBezTo>
                    <a:cubicBezTo>
                      <a:pt x="40" y="38"/>
                      <a:pt x="42" y="38"/>
                      <a:pt x="44" y="38"/>
                    </a:cubicBezTo>
                    <a:cubicBezTo>
                      <a:pt x="49" y="37"/>
                      <a:pt x="54" y="36"/>
                      <a:pt x="60" y="36"/>
                    </a:cubicBezTo>
                    <a:cubicBezTo>
                      <a:pt x="63" y="35"/>
                      <a:pt x="64" y="34"/>
                      <a:pt x="65" y="30"/>
                    </a:cubicBezTo>
                    <a:cubicBezTo>
                      <a:pt x="65" y="18"/>
                      <a:pt x="59" y="8"/>
                      <a:pt x="48" y="4"/>
                    </a:cubicBezTo>
                    <a:cubicBezTo>
                      <a:pt x="47" y="3"/>
                      <a:pt x="45" y="3"/>
                      <a:pt x="44" y="0"/>
                    </a:cubicBezTo>
                    <a:cubicBezTo>
                      <a:pt x="51" y="0"/>
                      <a:pt x="57" y="1"/>
                      <a:pt x="63" y="1"/>
                    </a:cubicBezTo>
                    <a:cubicBezTo>
                      <a:pt x="65" y="5"/>
                      <a:pt x="71" y="54"/>
                      <a:pt x="70" y="59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67" y="52"/>
                      <a:pt x="65" y="51"/>
                      <a:pt x="62" y="51"/>
                    </a:cubicBezTo>
                    <a:cubicBezTo>
                      <a:pt x="46" y="53"/>
                      <a:pt x="31" y="55"/>
                      <a:pt x="16" y="58"/>
                    </a:cubicBezTo>
                    <a:cubicBezTo>
                      <a:pt x="12" y="58"/>
                      <a:pt x="10" y="60"/>
                      <a:pt x="9" y="65"/>
                    </a:cubicBezTo>
                    <a:cubicBezTo>
                      <a:pt x="9" y="66"/>
                      <a:pt x="9" y="67"/>
                      <a:pt x="9" y="68"/>
                    </a:cubicBezTo>
                    <a:cubicBezTo>
                      <a:pt x="7" y="65"/>
                      <a:pt x="0" y="17"/>
                      <a:pt x="1" y="11"/>
                    </a:cubicBezTo>
                    <a:cubicBezTo>
                      <a:pt x="7" y="10"/>
                      <a:pt x="12" y="9"/>
                      <a:pt x="18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8" y="14"/>
                      <a:pt x="5" y="21"/>
                      <a:pt x="6" y="30"/>
                    </a:cubicBezTo>
                    <a:cubicBezTo>
                      <a:pt x="6" y="32"/>
                      <a:pt x="6" y="35"/>
                      <a:pt x="7" y="38"/>
                    </a:cubicBezTo>
                    <a:cubicBezTo>
                      <a:pt x="7" y="42"/>
                      <a:pt x="8" y="43"/>
                      <a:pt x="13" y="42"/>
                    </a:cubicBezTo>
                    <a:cubicBezTo>
                      <a:pt x="20" y="41"/>
                      <a:pt x="26" y="40"/>
                      <a:pt x="33" y="39"/>
                    </a:cubicBezTo>
                    <a:cubicBezTo>
                      <a:pt x="34" y="34"/>
                      <a:pt x="33" y="30"/>
                      <a:pt x="29" y="28"/>
                    </a:cubicBezTo>
                    <a:cubicBezTo>
                      <a:pt x="26" y="26"/>
                      <a:pt x="22" y="25"/>
                      <a:pt x="18" y="24"/>
                    </a:cubicBezTo>
                    <a:cubicBezTo>
                      <a:pt x="18" y="23"/>
                      <a:pt x="19" y="23"/>
                      <a:pt x="19" y="22"/>
                    </a:cubicBezTo>
                    <a:cubicBezTo>
                      <a:pt x="29" y="21"/>
                      <a:pt x="39" y="20"/>
                      <a:pt x="49" y="18"/>
                    </a:cubicBezTo>
                    <a:cubicBezTo>
                      <a:pt x="49" y="19"/>
                      <a:pt x="49" y="19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47"/>
              <p:cNvSpPr>
                <a:spLocks noEditPoints="1"/>
              </p:cNvSpPr>
              <p:nvPr/>
            </p:nvSpPr>
            <p:spPr bwMode="auto">
              <a:xfrm>
                <a:off x="4897841" y="26009575"/>
                <a:ext cx="346056" cy="495489"/>
              </a:xfrm>
              <a:custGeom>
                <a:avLst/>
                <a:gdLst>
                  <a:gd name="T0" fmla="*/ 17 w 50"/>
                  <a:gd name="T1" fmla="*/ 35 h 70"/>
                  <a:gd name="T2" fmla="*/ 10 w 50"/>
                  <a:gd name="T3" fmla="*/ 27 h 70"/>
                  <a:gd name="T4" fmla="*/ 8 w 50"/>
                  <a:gd name="T5" fmla="*/ 11 h 70"/>
                  <a:gd name="T6" fmla="*/ 19 w 50"/>
                  <a:gd name="T7" fmla="*/ 1 h 70"/>
                  <a:gd name="T8" fmla="*/ 39 w 50"/>
                  <a:gd name="T9" fmla="*/ 3 h 70"/>
                  <a:gd name="T10" fmla="*/ 48 w 50"/>
                  <a:gd name="T11" fmla="*/ 12 h 70"/>
                  <a:gd name="T12" fmla="*/ 42 w 50"/>
                  <a:gd name="T13" fmla="*/ 27 h 70"/>
                  <a:gd name="T14" fmla="*/ 34 w 50"/>
                  <a:gd name="T15" fmla="*/ 30 h 70"/>
                  <a:gd name="T16" fmla="*/ 37 w 50"/>
                  <a:gd name="T17" fmla="*/ 33 h 70"/>
                  <a:gd name="T18" fmla="*/ 44 w 50"/>
                  <a:gd name="T19" fmla="*/ 44 h 70"/>
                  <a:gd name="T20" fmla="*/ 30 w 50"/>
                  <a:gd name="T21" fmla="*/ 69 h 70"/>
                  <a:gd name="T22" fmla="*/ 9 w 50"/>
                  <a:gd name="T23" fmla="*/ 65 h 70"/>
                  <a:gd name="T24" fmla="*/ 1 w 50"/>
                  <a:gd name="T25" fmla="*/ 51 h 70"/>
                  <a:gd name="T26" fmla="*/ 11 w 50"/>
                  <a:gd name="T27" fmla="*/ 38 h 70"/>
                  <a:gd name="T28" fmla="*/ 17 w 50"/>
                  <a:gd name="T29" fmla="*/ 35 h 70"/>
                  <a:gd name="T30" fmla="*/ 20 w 50"/>
                  <a:gd name="T31" fmla="*/ 38 h 70"/>
                  <a:gd name="T32" fmla="*/ 14 w 50"/>
                  <a:gd name="T33" fmla="*/ 61 h 70"/>
                  <a:gd name="T34" fmla="*/ 22 w 50"/>
                  <a:gd name="T35" fmla="*/ 67 h 70"/>
                  <a:gd name="T36" fmla="*/ 30 w 50"/>
                  <a:gd name="T37" fmla="*/ 61 h 70"/>
                  <a:gd name="T38" fmla="*/ 20 w 50"/>
                  <a:gd name="T39" fmla="*/ 38 h 70"/>
                  <a:gd name="T40" fmla="*/ 31 w 50"/>
                  <a:gd name="T41" fmla="*/ 27 h 70"/>
                  <a:gd name="T42" fmla="*/ 36 w 50"/>
                  <a:gd name="T43" fmla="*/ 8 h 70"/>
                  <a:gd name="T44" fmla="*/ 28 w 50"/>
                  <a:gd name="T45" fmla="*/ 3 h 70"/>
                  <a:gd name="T46" fmla="*/ 21 w 50"/>
                  <a:gd name="T47" fmla="*/ 8 h 70"/>
                  <a:gd name="T48" fmla="*/ 22 w 50"/>
                  <a:gd name="T49" fmla="*/ 18 h 70"/>
                  <a:gd name="T50" fmla="*/ 31 w 50"/>
                  <a:gd name="T5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70">
                    <a:moveTo>
                      <a:pt x="17" y="35"/>
                    </a:moveTo>
                    <a:cubicBezTo>
                      <a:pt x="15" y="33"/>
                      <a:pt x="12" y="30"/>
                      <a:pt x="10" y="27"/>
                    </a:cubicBezTo>
                    <a:cubicBezTo>
                      <a:pt x="7" y="22"/>
                      <a:pt x="6" y="17"/>
                      <a:pt x="8" y="11"/>
                    </a:cubicBezTo>
                    <a:cubicBezTo>
                      <a:pt x="10" y="6"/>
                      <a:pt x="14" y="3"/>
                      <a:pt x="19" y="1"/>
                    </a:cubicBezTo>
                    <a:cubicBezTo>
                      <a:pt x="26" y="0"/>
                      <a:pt x="33" y="0"/>
                      <a:pt x="39" y="3"/>
                    </a:cubicBezTo>
                    <a:cubicBezTo>
                      <a:pt x="43" y="5"/>
                      <a:pt x="46" y="8"/>
                      <a:pt x="48" y="12"/>
                    </a:cubicBezTo>
                    <a:cubicBezTo>
                      <a:pt x="50" y="18"/>
                      <a:pt x="48" y="24"/>
                      <a:pt x="42" y="27"/>
                    </a:cubicBezTo>
                    <a:cubicBezTo>
                      <a:pt x="39" y="28"/>
                      <a:pt x="37" y="29"/>
                      <a:pt x="34" y="30"/>
                    </a:cubicBezTo>
                    <a:cubicBezTo>
                      <a:pt x="35" y="31"/>
                      <a:pt x="36" y="32"/>
                      <a:pt x="37" y="33"/>
                    </a:cubicBezTo>
                    <a:cubicBezTo>
                      <a:pt x="40" y="37"/>
                      <a:pt x="43" y="40"/>
                      <a:pt x="44" y="44"/>
                    </a:cubicBezTo>
                    <a:cubicBezTo>
                      <a:pt x="48" y="55"/>
                      <a:pt x="42" y="66"/>
                      <a:pt x="30" y="69"/>
                    </a:cubicBezTo>
                    <a:cubicBezTo>
                      <a:pt x="23" y="70"/>
                      <a:pt x="16" y="69"/>
                      <a:pt x="9" y="65"/>
                    </a:cubicBezTo>
                    <a:cubicBezTo>
                      <a:pt x="3" y="62"/>
                      <a:pt x="0" y="57"/>
                      <a:pt x="1" y="51"/>
                    </a:cubicBezTo>
                    <a:cubicBezTo>
                      <a:pt x="1" y="44"/>
                      <a:pt x="5" y="40"/>
                      <a:pt x="11" y="38"/>
                    </a:cubicBezTo>
                    <a:cubicBezTo>
                      <a:pt x="13" y="37"/>
                      <a:pt x="15" y="36"/>
                      <a:pt x="17" y="35"/>
                    </a:cubicBezTo>
                    <a:close/>
                    <a:moveTo>
                      <a:pt x="20" y="38"/>
                    </a:moveTo>
                    <a:cubicBezTo>
                      <a:pt x="13" y="44"/>
                      <a:pt x="10" y="54"/>
                      <a:pt x="14" y="61"/>
                    </a:cubicBezTo>
                    <a:cubicBezTo>
                      <a:pt x="15" y="65"/>
                      <a:pt x="18" y="67"/>
                      <a:pt x="22" y="67"/>
                    </a:cubicBezTo>
                    <a:cubicBezTo>
                      <a:pt x="26" y="67"/>
                      <a:pt x="28" y="64"/>
                      <a:pt x="30" y="61"/>
                    </a:cubicBezTo>
                    <a:cubicBezTo>
                      <a:pt x="33" y="53"/>
                      <a:pt x="29" y="44"/>
                      <a:pt x="20" y="38"/>
                    </a:cubicBezTo>
                    <a:close/>
                    <a:moveTo>
                      <a:pt x="31" y="27"/>
                    </a:moveTo>
                    <a:cubicBezTo>
                      <a:pt x="37" y="23"/>
                      <a:pt x="39" y="14"/>
                      <a:pt x="36" y="8"/>
                    </a:cubicBezTo>
                    <a:cubicBezTo>
                      <a:pt x="35" y="4"/>
                      <a:pt x="32" y="3"/>
                      <a:pt x="28" y="3"/>
                    </a:cubicBezTo>
                    <a:cubicBezTo>
                      <a:pt x="25" y="3"/>
                      <a:pt x="23" y="5"/>
                      <a:pt x="21" y="8"/>
                    </a:cubicBezTo>
                    <a:cubicBezTo>
                      <a:pt x="20" y="11"/>
                      <a:pt x="20" y="15"/>
                      <a:pt x="22" y="18"/>
                    </a:cubicBezTo>
                    <a:cubicBezTo>
                      <a:pt x="24" y="22"/>
                      <a:pt x="27" y="25"/>
                      <a:pt x="31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48"/>
              <p:cNvSpPr>
                <a:spLocks noEditPoints="1"/>
              </p:cNvSpPr>
              <p:nvPr/>
            </p:nvSpPr>
            <p:spPr bwMode="auto">
              <a:xfrm>
                <a:off x="2569829" y="24342214"/>
                <a:ext cx="511219" cy="440435"/>
              </a:xfrm>
              <a:custGeom>
                <a:avLst/>
                <a:gdLst>
                  <a:gd name="T0" fmla="*/ 16 w 74"/>
                  <a:gd name="T1" fmla="*/ 63 h 63"/>
                  <a:gd name="T2" fmla="*/ 14 w 74"/>
                  <a:gd name="T3" fmla="*/ 60 h 63"/>
                  <a:gd name="T4" fmla="*/ 3 w 74"/>
                  <a:gd name="T5" fmla="*/ 34 h 63"/>
                  <a:gd name="T6" fmla="*/ 0 w 74"/>
                  <a:gd name="T7" fmla="*/ 18 h 63"/>
                  <a:gd name="T8" fmla="*/ 8 w 74"/>
                  <a:gd name="T9" fmla="*/ 3 h 63"/>
                  <a:gd name="T10" fmla="*/ 25 w 74"/>
                  <a:gd name="T11" fmla="*/ 4 h 63"/>
                  <a:gd name="T12" fmla="*/ 33 w 74"/>
                  <a:gd name="T13" fmla="*/ 13 h 63"/>
                  <a:gd name="T14" fmla="*/ 38 w 74"/>
                  <a:gd name="T15" fmla="*/ 26 h 63"/>
                  <a:gd name="T16" fmla="*/ 42 w 74"/>
                  <a:gd name="T17" fmla="*/ 25 h 63"/>
                  <a:gd name="T18" fmla="*/ 55 w 74"/>
                  <a:gd name="T19" fmla="*/ 19 h 63"/>
                  <a:gd name="T20" fmla="*/ 61 w 74"/>
                  <a:gd name="T21" fmla="*/ 9 h 63"/>
                  <a:gd name="T22" fmla="*/ 61 w 74"/>
                  <a:gd name="T23" fmla="*/ 6 h 63"/>
                  <a:gd name="T24" fmla="*/ 66 w 74"/>
                  <a:gd name="T25" fmla="*/ 16 h 63"/>
                  <a:gd name="T26" fmla="*/ 70 w 74"/>
                  <a:gd name="T27" fmla="*/ 27 h 63"/>
                  <a:gd name="T28" fmla="*/ 73 w 74"/>
                  <a:gd name="T29" fmla="*/ 38 h 63"/>
                  <a:gd name="T30" fmla="*/ 70 w 74"/>
                  <a:gd name="T31" fmla="*/ 34 h 63"/>
                  <a:gd name="T32" fmla="*/ 64 w 74"/>
                  <a:gd name="T33" fmla="*/ 32 h 63"/>
                  <a:gd name="T34" fmla="*/ 58 w 74"/>
                  <a:gd name="T35" fmla="*/ 35 h 63"/>
                  <a:gd name="T36" fmla="*/ 22 w 74"/>
                  <a:gd name="T37" fmla="*/ 50 h 63"/>
                  <a:gd name="T38" fmla="*/ 16 w 74"/>
                  <a:gd name="T39" fmla="*/ 61 h 63"/>
                  <a:gd name="T40" fmla="*/ 16 w 74"/>
                  <a:gd name="T41" fmla="*/ 63 h 63"/>
                  <a:gd name="T42" fmla="*/ 36 w 74"/>
                  <a:gd name="T43" fmla="*/ 27 h 63"/>
                  <a:gd name="T44" fmla="*/ 32 w 74"/>
                  <a:gd name="T45" fmla="*/ 20 h 63"/>
                  <a:gd name="T46" fmla="*/ 21 w 74"/>
                  <a:gd name="T47" fmla="*/ 16 h 63"/>
                  <a:gd name="T48" fmla="*/ 10 w 74"/>
                  <a:gd name="T49" fmla="*/ 21 h 63"/>
                  <a:gd name="T50" fmla="*/ 7 w 74"/>
                  <a:gd name="T51" fmla="*/ 35 h 63"/>
                  <a:gd name="T52" fmla="*/ 13 w 74"/>
                  <a:gd name="T53" fmla="*/ 38 h 63"/>
                  <a:gd name="T54" fmla="*/ 36 w 74"/>
                  <a:gd name="T55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4" h="63">
                    <a:moveTo>
                      <a:pt x="16" y="63"/>
                    </a:moveTo>
                    <a:cubicBezTo>
                      <a:pt x="15" y="62"/>
                      <a:pt x="14" y="61"/>
                      <a:pt x="14" y="60"/>
                    </a:cubicBezTo>
                    <a:cubicBezTo>
                      <a:pt x="10" y="51"/>
                      <a:pt x="7" y="42"/>
                      <a:pt x="3" y="34"/>
                    </a:cubicBezTo>
                    <a:cubicBezTo>
                      <a:pt x="1" y="29"/>
                      <a:pt x="0" y="23"/>
                      <a:pt x="0" y="18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4" y="0"/>
                      <a:pt x="19" y="1"/>
                      <a:pt x="25" y="4"/>
                    </a:cubicBezTo>
                    <a:cubicBezTo>
                      <a:pt x="28" y="6"/>
                      <a:pt x="31" y="10"/>
                      <a:pt x="33" y="13"/>
                    </a:cubicBezTo>
                    <a:cubicBezTo>
                      <a:pt x="35" y="17"/>
                      <a:pt x="36" y="22"/>
                      <a:pt x="38" y="26"/>
                    </a:cubicBezTo>
                    <a:cubicBezTo>
                      <a:pt x="40" y="25"/>
                      <a:pt x="41" y="25"/>
                      <a:pt x="42" y="25"/>
                    </a:cubicBezTo>
                    <a:cubicBezTo>
                      <a:pt x="46" y="23"/>
                      <a:pt x="51" y="21"/>
                      <a:pt x="55" y="19"/>
                    </a:cubicBezTo>
                    <a:cubicBezTo>
                      <a:pt x="61" y="16"/>
                      <a:pt x="62" y="15"/>
                      <a:pt x="61" y="9"/>
                    </a:cubicBezTo>
                    <a:cubicBezTo>
                      <a:pt x="61" y="8"/>
                      <a:pt x="61" y="7"/>
                      <a:pt x="61" y="6"/>
                    </a:cubicBezTo>
                    <a:cubicBezTo>
                      <a:pt x="64" y="9"/>
                      <a:pt x="64" y="13"/>
                      <a:pt x="66" y="16"/>
                    </a:cubicBezTo>
                    <a:cubicBezTo>
                      <a:pt x="67" y="20"/>
                      <a:pt x="69" y="23"/>
                      <a:pt x="70" y="27"/>
                    </a:cubicBezTo>
                    <a:cubicBezTo>
                      <a:pt x="71" y="30"/>
                      <a:pt x="74" y="33"/>
                      <a:pt x="73" y="38"/>
                    </a:cubicBezTo>
                    <a:cubicBezTo>
                      <a:pt x="72" y="36"/>
                      <a:pt x="71" y="35"/>
                      <a:pt x="70" y="34"/>
                    </a:cubicBezTo>
                    <a:cubicBezTo>
                      <a:pt x="68" y="32"/>
                      <a:pt x="66" y="31"/>
                      <a:pt x="64" y="32"/>
                    </a:cubicBezTo>
                    <a:cubicBezTo>
                      <a:pt x="62" y="33"/>
                      <a:pt x="60" y="34"/>
                      <a:pt x="58" y="35"/>
                    </a:cubicBezTo>
                    <a:cubicBezTo>
                      <a:pt x="46" y="40"/>
                      <a:pt x="34" y="45"/>
                      <a:pt x="22" y="50"/>
                    </a:cubicBezTo>
                    <a:cubicBezTo>
                      <a:pt x="16" y="53"/>
                      <a:pt x="16" y="54"/>
                      <a:pt x="16" y="61"/>
                    </a:cubicBezTo>
                    <a:cubicBezTo>
                      <a:pt x="16" y="62"/>
                      <a:pt x="16" y="62"/>
                      <a:pt x="16" y="63"/>
                    </a:cubicBezTo>
                    <a:close/>
                    <a:moveTo>
                      <a:pt x="36" y="27"/>
                    </a:moveTo>
                    <a:cubicBezTo>
                      <a:pt x="34" y="25"/>
                      <a:pt x="34" y="22"/>
                      <a:pt x="32" y="20"/>
                    </a:cubicBezTo>
                    <a:cubicBezTo>
                      <a:pt x="29" y="16"/>
                      <a:pt x="25" y="14"/>
                      <a:pt x="21" y="16"/>
                    </a:cubicBezTo>
                    <a:cubicBezTo>
                      <a:pt x="17" y="17"/>
                      <a:pt x="13" y="19"/>
                      <a:pt x="10" y="21"/>
                    </a:cubicBezTo>
                    <a:cubicBezTo>
                      <a:pt x="5" y="24"/>
                      <a:pt x="4" y="30"/>
                      <a:pt x="7" y="35"/>
                    </a:cubicBezTo>
                    <a:cubicBezTo>
                      <a:pt x="9" y="38"/>
                      <a:pt x="10" y="39"/>
                      <a:pt x="13" y="38"/>
                    </a:cubicBezTo>
                    <a:cubicBezTo>
                      <a:pt x="20" y="34"/>
                      <a:pt x="28" y="31"/>
                      <a:pt x="36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49"/>
              <p:cNvSpPr/>
              <p:nvPr/>
            </p:nvSpPr>
            <p:spPr bwMode="auto">
              <a:xfrm>
                <a:off x="2868695" y="21353548"/>
                <a:ext cx="605598" cy="660652"/>
              </a:xfrm>
              <a:custGeom>
                <a:avLst/>
                <a:gdLst>
                  <a:gd name="T0" fmla="*/ 0 w 87"/>
                  <a:gd name="T1" fmla="*/ 51 h 95"/>
                  <a:gd name="T2" fmla="*/ 6 w 87"/>
                  <a:gd name="T3" fmla="*/ 43 h 95"/>
                  <a:gd name="T4" fmla="*/ 22 w 87"/>
                  <a:gd name="T5" fmla="*/ 36 h 95"/>
                  <a:gd name="T6" fmla="*/ 59 w 87"/>
                  <a:gd name="T7" fmla="*/ 36 h 95"/>
                  <a:gd name="T8" fmla="*/ 64 w 87"/>
                  <a:gd name="T9" fmla="*/ 36 h 95"/>
                  <a:gd name="T10" fmla="*/ 62 w 87"/>
                  <a:gd name="T11" fmla="*/ 33 h 95"/>
                  <a:gd name="T12" fmla="*/ 44 w 87"/>
                  <a:gd name="T13" fmla="*/ 18 h 95"/>
                  <a:gd name="T14" fmla="*/ 30 w 87"/>
                  <a:gd name="T15" fmla="*/ 16 h 95"/>
                  <a:gd name="T16" fmla="*/ 29 w 87"/>
                  <a:gd name="T17" fmla="*/ 16 h 95"/>
                  <a:gd name="T18" fmla="*/ 42 w 87"/>
                  <a:gd name="T19" fmla="*/ 0 h 95"/>
                  <a:gd name="T20" fmla="*/ 42 w 87"/>
                  <a:gd name="T21" fmla="*/ 3 h 95"/>
                  <a:gd name="T22" fmla="*/ 44 w 87"/>
                  <a:gd name="T23" fmla="*/ 13 h 95"/>
                  <a:gd name="T24" fmla="*/ 74 w 87"/>
                  <a:gd name="T25" fmla="*/ 38 h 95"/>
                  <a:gd name="T26" fmla="*/ 87 w 87"/>
                  <a:gd name="T27" fmla="*/ 50 h 95"/>
                  <a:gd name="T28" fmla="*/ 83 w 87"/>
                  <a:gd name="T29" fmla="*/ 52 h 95"/>
                  <a:gd name="T30" fmla="*/ 77 w 87"/>
                  <a:gd name="T31" fmla="*/ 52 h 95"/>
                  <a:gd name="T32" fmla="*/ 25 w 87"/>
                  <a:gd name="T33" fmla="*/ 51 h 95"/>
                  <a:gd name="T34" fmla="*/ 19 w 87"/>
                  <a:gd name="T35" fmla="*/ 51 h 95"/>
                  <a:gd name="T36" fmla="*/ 22 w 87"/>
                  <a:gd name="T37" fmla="*/ 55 h 95"/>
                  <a:gd name="T38" fmla="*/ 47 w 87"/>
                  <a:gd name="T39" fmla="*/ 77 h 95"/>
                  <a:gd name="T40" fmla="*/ 61 w 87"/>
                  <a:gd name="T41" fmla="*/ 78 h 95"/>
                  <a:gd name="T42" fmla="*/ 61 w 87"/>
                  <a:gd name="T43" fmla="*/ 77 h 95"/>
                  <a:gd name="T44" fmla="*/ 48 w 87"/>
                  <a:gd name="T45" fmla="*/ 95 h 95"/>
                  <a:gd name="T46" fmla="*/ 49 w 87"/>
                  <a:gd name="T47" fmla="*/ 91 h 95"/>
                  <a:gd name="T48" fmla="*/ 47 w 87"/>
                  <a:gd name="T49" fmla="*/ 82 h 95"/>
                  <a:gd name="T50" fmla="*/ 30 w 87"/>
                  <a:gd name="T51" fmla="*/ 67 h 95"/>
                  <a:gd name="T52" fmla="*/ 15 w 87"/>
                  <a:gd name="T53" fmla="*/ 54 h 95"/>
                  <a:gd name="T54" fmla="*/ 7 w 87"/>
                  <a:gd name="T55" fmla="*/ 51 h 95"/>
                  <a:gd name="T56" fmla="*/ 1 w 87"/>
                  <a:gd name="T57" fmla="*/ 52 h 95"/>
                  <a:gd name="T58" fmla="*/ 0 w 87"/>
                  <a:gd name="T59" fmla="*/ 5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7" h="95">
                    <a:moveTo>
                      <a:pt x="0" y="51"/>
                    </a:moveTo>
                    <a:cubicBezTo>
                      <a:pt x="2" y="49"/>
                      <a:pt x="5" y="46"/>
                      <a:pt x="6" y="43"/>
                    </a:cubicBezTo>
                    <a:cubicBezTo>
                      <a:pt x="10" y="37"/>
                      <a:pt x="15" y="35"/>
                      <a:pt x="22" y="36"/>
                    </a:cubicBezTo>
                    <a:cubicBezTo>
                      <a:pt x="34" y="36"/>
                      <a:pt x="47" y="36"/>
                      <a:pt x="59" y="36"/>
                    </a:cubicBezTo>
                    <a:cubicBezTo>
                      <a:pt x="61" y="36"/>
                      <a:pt x="62" y="36"/>
                      <a:pt x="64" y="36"/>
                    </a:cubicBezTo>
                    <a:cubicBezTo>
                      <a:pt x="63" y="35"/>
                      <a:pt x="63" y="34"/>
                      <a:pt x="62" y="33"/>
                    </a:cubicBezTo>
                    <a:cubicBezTo>
                      <a:pt x="56" y="28"/>
                      <a:pt x="50" y="23"/>
                      <a:pt x="44" y="18"/>
                    </a:cubicBezTo>
                    <a:cubicBezTo>
                      <a:pt x="38" y="12"/>
                      <a:pt x="37" y="12"/>
                      <a:pt x="30" y="16"/>
                    </a:cubicBezTo>
                    <a:cubicBezTo>
                      <a:pt x="30" y="17"/>
                      <a:pt x="30" y="16"/>
                      <a:pt x="29" y="16"/>
                    </a:cubicBezTo>
                    <a:cubicBezTo>
                      <a:pt x="30" y="13"/>
                      <a:pt x="38" y="3"/>
                      <a:pt x="42" y="0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40" y="7"/>
                      <a:pt x="41" y="10"/>
                      <a:pt x="44" y="13"/>
                    </a:cubicBezTo>
                    <a:cubicBezTo>
                      <a:pt x="54" y="21"/>
                      <a:pt x="64" y="30"/>
                      <a:pt x="74" y="38"/>
                    </a:cubicBezTo>
                    <a:cubicBezTo>
                      <a:pt x="78" y="42"/>
                      <a:pt x="82" y="46"/>
                      <a:pt x="87" y="50"/>
                    </a:cubicBezTo>
                    <a:cubicBezTo>
                      <a:pt x="85" y="51"/>
                      <a:pt x="84" y="52"/>
                      <a:pt x="83" y="52"/>
                    </a:cubicBezTo>
                    <a:cubicBezTo>
                      <a:pt x="81" y="52"/>
                      <a:pt x="79" y="52"/>
                      <a:pt x="77" y="52"/>
                    </a:cubicBezTo>
                    <a:cubicBezTo>
                      <a:pt x="60" y="52"/>
                      <a:pt x="42" y="52"/>
                      <a:pt x="25" y="51"/>
                    </a:cubicBezTo>
                    <a:cubicBezTo>
                      <a:pt x="23" y="51"/>
                      <a:pt x="22" y="51"/>
                      <a:pt x="19" y="51"/>
                    </a:cubicBezTo>
                    <a:cubicBezTo>
                      <a:pt x="20" y="53"/>
                      <a:pt x="21" y="54"/>
                      <a:pt x="22" y="55"/>
                    </a:cubicBezTo>
                    <a:cubicBezTo>
                      <a:pt x="30" y="62"/>
                      <a:pt x="39" y="69"/>
                      <a:pt x="47" y="77"/>
                    </a:cubicBezTo>
                    <a:cubicBezTo>
                      <a:pt x="51" y="81"/>
                      <a:pt x="55" y="83"/>
                      <a:pt x="61" y="78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80"/>
                      <a:pt x="52" y="92"/>
                      <a:pt x="48" y="95"/>
                    </a:cubicBezTo>
                    <a:cubicBezTo>
                      <a:pt x="48" y="93"/>
                      <a:pt x="48" y="92"/>
                      <a:pt x="49" y="91"/>
                    </a:cubicBezTo>
                    <a:cubicBezTo>
                      <a:pt x="51" y="87"/>
                      <a:pt x="50" y="85"/>
                      <a:pt x="47" y="82"/>
                    </a:cubicBezTo>
                    <a:cubicBezTo>
                      <a:pt x="41" y="77"/>
                      <a:pt x="35" y="72"/>
                      <a:pt x="30" y="67"/>
                    </a:cubicBezTo>
                    <a:cubicBezTo>
                      <a:pt x="25" y="62"/>
                      <a:pt x="20" y="58"/>
                      <a:pt x="15" y="54"/>
                    </a:cubicBezTo>
                    <a:cubicBezTo>
                      <a:pt x="12" y="51"/>
                      <a:pt x="10" y="51"/>
                      <a:pt x="7" y="51"/>
                    </a:cubicBezTo>
                    <a:cubicBezTo>
                      <a:pt x="5" y="52"/>
                      <a:pt x="3" y="52"/>
                      <a:pt x="1" y="52"/>
                    </a:cubicBezTo>
                    <a:cubicBezTo>
                      <a:pt x="0" y="52"/>
                      <a:pt x="0" y="52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50"/>
              <p:cNvSpPr>
                <a:spLocks noEditPoints="1"/>
              </p:cNvSpPr>
              <p:nvPr/>
            </p:nvSpPr>
            <p:spPr bwMode="auto">
              <a:xfrm>
                <a:off x="6423633" y="25797222"/>
                <a:ext cx="424705" cy="487624"/>
              </a:xfrm>
              <a:custGeom>
                <a:avLst/>
                <a:gdLst>
                  <a:gd name="T0" fmla="*/ 36 w 61"/>
                  <a:gd name="T1" fmla="*/ 26 h 70"/>
                  <a:gd name="T2" fmla="*/ 46 w 61"/>
                  <a:gd name="T3" fmla="*/ 29 h 70"/>
                  <a:gd name="T4" fmla="*/ 60 w 61"/>
                  <a:gd name="T5" fmla="*/ 45 h 70"/>
                  <a:gd name="T6" fmla="*/ 55 w 61"/>
                  <a:gd name="T7" fmla="*/ 59 h 70"/>
                  <a:gd name="T8" fmla="*/ 34 w 61"/>
                  <a:gd name="T9" fmla="*/ 69 h 70"/>
                  <a:gd name="T10" fmla="*/ 21 w 61"/>
                  <a:gd name="T11" fmla="*/ 62 h 70"/>
                  <a:gd name="T12" fmla="*/ 21 w 61"/>
                  <a:gd name="T13" fmla="*/ 46 h 70"/>
                  <a:gd name="T14" fmla="*/ 26 w 61"/>
                  <a:gd name="T15" fmla="*/ 39 h 70"/>
                  <a:gd name="T16" fmla="*/ 17 w 61"/>
                  <a:gd name="T17" fmla="*/ 37 h 70"/>
                  <a:gd name="T18" fmla="*/ 11 w 61"/>
                  <a:gd name="T19" fmla="*/ 8 h 70"/>
                  <a:gd name="T20" fmla="*/ 28 w 61"/>
                  <a:gd name="T21" fmla="*/ 0 h 70"/>
                  <a:gd name="T22" fmla="*/ 42 w 61"/>
                  <a:gd name="T23" fmla="*/ 7 h 70"/>
                  <a:gd name="T24" fmla="*/ 40 w 61"/>
                  <a:gd name="T25" fmla="*/ 21 h 70"/>
                  <a:gd name="T26" fmla="*/ 36 w 61"/>
                  <a:gd name="T27" fmla="*/ 26 h 70"/>
                  <a:gd name="T28" fmla="*/ 29 w 61"/>
                  <a:gd name="T29" fmla="*/ 40 h 70"/>
                  <a:gd name="T30" fmla="*/ 28 w 61"/>
                  <a:gd name="T31" fmla="*/ 48 h 70"/>
                  <a:gd name="T32" fmla="*/ 37 w 61"/>
                  <a:gd name="T33" fmla="*/ 63 h 70"/>
                  <a:gd name="T34" fmla="*/ 46 w 61"/>
                  <a:gd name="T35" fmla="*/ 64 h 70"/>
                  <a:gd name="T36" fmla="*/ 50 w 61"/>
                  <a:gd name="T37" fmla="*/ 55 h 70"/>
                  <a:gd name="T38" fmla="*/ 41 w 61"/>
                  <a:gd name="T39" fmla="*/ 43 h 70"/>
                  <a:gd name="T40" fmla="*/ 29 w 61"/>
                  <a:gd name="T41" fmla="*/ 40 h 70"/>
                  <a:gd name="T42" fmla="*/ 33 w 61"/>
                  <a:gd name="T43" fmla="*/ 26 h 70"/>
                  <a:gd name="T44" fmla="*/ 28 w 61"/>
                  <a:gd name="T45" fmla="*/ 7 h 70"/>
                  <a:gd name="T46" fmla="*/ 22 w 61"/>
                  <a:gd name="T47" fmla="*/ 5 h 70"/>
                  <a:gd name="T48" fmla="*/ 14 w 61"/>
                  <a:gd name="T49" fmla="*/ 10 h 70"/>
                  <a:gd name="T50" fmla="*/ 16 w 61"/>
                  <a:gd name="T51" fmla="*/ 19 h 70"/>
                  <a:gd name="T52" fmla="*/ 33 w 61"/>
                  <a:gd name="T53" fmla="*/ 2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1" h="70">
                    <a:moveTo>
                      <a:pt x="36" y="26"/>
                    </a:moveTo>
                    <a:cubicBezTo>
                      <a:pt x="40" y="27"/>
                      <a:pt x="43" y="28"/>
                      <a:pt x="46" y="29"/>
                    </a:cubicBezTo>
                    <a:cubicBezTo>
                      <a:pt x="54" y="31"/>
                      <a:pt x="59" y="37"/>
                      <a:pt x="60" y="45"/>
                    </a:cubicBezTo>
                    <a:cubicBezTo>
                      <a:pt x="61" y="51"/>
                      <a:pt x="59" y="55"/>
                      <a:pt x="55" y="59"/>
                    </a:cubicBezTo>
                    <a:cubicBezTo>
                      <a:pt x="50" y="65"/>
                      <a:pt x="42" y="69"/>
                      <a:pt x="34" y="69"/>
                    </a:cubicBezTo>
                    <a:cubicBezTo>
                      <a:pt x="28" y="70"/>
                      <a:pt x="24" y="67"/>
                      <a:pt x="21" y="62"/>
                    </a:cubicBezTo>
                    <a:cubicBezTo>
                      <a:pt x="17" y="57"/>
                      <a:pt x="17" y="51"/>
                      <a:pt x="21" y="46"/>
                    </a:cubicBezTo>
                    <a:cubicBezTo>
                      <a:pt x="22" y="44"/>
                      <a:pt x="24" y="42"/>
                      <a:pt x="26" y="39"/>
                    </a:cubicBezTo>
                    <a:cubicBezTo>
                      <a:pt x="23" y="39"/>
                      <a:pt x="20" y="38"/>
                      <a:pt x="17" y="37"/>
                    </a:cubicBezTo>
                    <a:cubicBezTo>
                      <a:pt x="3" y="32"/>
                      <a:pt x="0" y="17"/>
                      <a:pt x="11" y="8"/>
                    </a:cubicBezTo>
                    <a:cubicBezTo>
                      <a:pt x="16" y="4"/>
                      <a:pt x="22" y="1"/>
                      <a:pt x="28" y="0"/>
                    </a:cubicBezTo>
                    <a:cubicBezTo>
                      <a:pt x="34" y="0"/>
                      <a:pt x="39" y="2"/>
                      <a:pt x="42" y="7"/>
                    </a:cubicBezTo>
                    <a:cubicBezTo>
                      <a:pt x="45" y="12"/>
                      <a:pt x="43" y="17"/>
                      <a:pt x="40" y="21"/>
                    </a:cubicBezTo>
                    <a:cubicBezTo>
                      <a:pt x="39" y="23"/>
                      <a:pt x="38" y="24"/>
                      <a:pt x="36" y="26"/>
                    </a:cubicBezTo>
                    <a:close/>
                    <a:moveTo>
                      <a:pt x="29" y="40"/>
                    </a:moveTo>
                    <a:cubicBezTo>
                      <a:pt x="29" y="43"/>
                      <a:pt x="28" y="46"/>
                      <a:pt x="28" y="48"/>
                    </a:cubicBezTo>
                    <a:cubicBezTo>
                      <a:pt x="29" y="54"/>
                      <a:pt x="32" y="59"/>
                      <a:pt x="37" y="63"/>
                    </a:cubicBezTo>
                    <a:cubicBezTo>
                      <a:pt x="40" y="65"/>
                      <a:pt x="43" y="66"/>
                      <a:pt x="46" y="64"/>
                    </a:cubicBezTo>
                    <a:cubicBezTo>
                      <a:pt x="50" y="62"/>
                      <a:pt x="51" y="58"/>
                      <a:pt x="50" y="55"/>
                    </a:cubicBezTo>
                    <a:cubicBezTo>
                      <a:pt x="49" y="49"/>
                      <a:pt x="46" y="45"/>
                      <a:pt x="41" y="43"/>
                    </a:cubicBezTo>
                    <a:cubicBezTo>
                      <a:pt x="37" y="41"/>
                      <a:pt x="34" y="41"/>
                      <a:pt x="29" y="40"/>
                    </a:cubicBezTo>
                    <a:close/>
                    <a:moveTo>
                      <a:pt x="33" y="26"/>
                    </a:moveTo>
                    <a:cubicBezTo>
                      <a:pt x="35" y="18"/>
                      <a:pt x="33" y="12"/>
                      <a:pt x="28" y="7"/>
                    </a:cubicBezTo>
                    <a:cubicBezTo>
                      <a:pt x="26" y="5"/>
                      <a:pt x="24" y="5"/>
                      <a:pt x="22" y="5"/>
                    </a:cubicBezTo>
                    <a:cubicBezTo>
                      <a:pt x="18" y="5"/>
                      <a:pt x="16" y="7"/>
                      <a:pt x="14" y="10"/>
                    </a:cubicBezTo>
                    <a:cubicBezTo>
                      <a:pt x="13" y="13"/>
                      <a:pt x="14" y="16"/>
                      <a:pt x="16" y="19"/>
                    </a:cubicBezTo>
                    <a:cubicBezTo>
                      <a:pt x="21" y="24"/>
                      <a:pt x="26" y="25"/>
                      <a:pt x="33" y="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51"/>
              <p:cNvSpPr/>
              <p:nvPr/>
            </p:nvSpPr>
            <p:spPr bwMode="auto">
              <a:xfrm>
                <a:off x="3442833" y="20803004"/>
                <a:ext cx="574138" cy="558409"/>
              </a:xfrm>
              <a:custGeom>
                <a:avLst/>
                <a:gdLst>
                  <a:gd name="T0" fmla="*/ 44 w 82"/>
                  <a:gd name="T1" fmla="*/ 0 h 80"/>
                  <a:gd name="T2" fmla="*/ 57 w 82"/>
                  <a:gd name="T3" fmla="*/ 19 h 80"/>
                  <a:gd name="T4" fmla="*/ 53 w 82"/>
                  <a:gd name="T5" fmla="*/ 18 h 80"/>
                  <a:gd name="T6" fmla="*/ 38 w 82"/>
                  <a:gd name="T7" fmla="*/ 14 h 80"/>
                  <a:gd name="T8" fmla="*/ 21 w 82"/>
                  <a:gd name="T9" fmla="*/ 35 h 80"/>
                  <a:gd name="T10" fmla="*/ 44 w 82"/>
                  <a:gd name="T11" fmla="*/ 68 h 80"/>
                  <a:gd name="T12" fmla="*/ 67 w 82"/>
                  <a:gd name="T13" fmla="*/ 66 h 80"/>
                  <a:gd name="T14" fmla="*/ 68 w 82"/>
                  <a:gd name="T15" fmla="*/ 56 h 80"/>
                  <a:gd name="T16" fmla="*/ 62 w 82"/>
                  <a:gd name="T17" fmla="*/ 48 h 80"/>
                  <a:gd name="T18" fmla="*/ 53 w 82"/>
                  <a:gd name="T19" fmla="*/ 46 h 80"/>
                  <a:gd name="T20" fmla="*/ 50 w 82"/>
                  <a:gd name="T21" fmla="*/ 47 h 80"/>
                  <a:gd name="T22" fmla="*/ 58 w 82"/>
                  <a:gd name="T23" fmla="*/ 40 h 80"/>
                  <a:gd name="T24" fmla="*/ 67 w 82"/>
                  <a:gd name="T25" fmla="*/ 33 h 80"/>
                  <a:gd name="T26" fmla="*/ 75 w 82"/>
                  <a:gd name="T27" fmla="*/ 27 h 80"/>
                  <a:gd name="T28" fmla="*/ 76 w 82"/>
                  <a:gd name="T29" fmla="*/ 28 h 80"/>
                  <a:gd name="T30" fmla="*/ 75 w 82"/>
                  <a:gd name="T31" fmla="*/ 29 h 80"/>
                  <a:gd name="T32" fmla="*/ 75 w 82"/>
                  <a:gd name="T33" fmla="*/ 40 h 80"/>
                  <a:gd name="T34" fmla="*/ 82 w 82"/>
                  <a:gd name="T35" fmla="*/ 50 h 80"/>
                  <a:gd name="T36" fmla="*/ 82 w 82"/>
                  <a:gd name="T37" fmla="*/ 52 h 80"/>
                  <a:gd name="T38" fmla="*/ 49 w 82"/>
                  <a:gd name="T39" fmla="*/ 78 h 80"/>
                  <a:gd name="T40" fmla="*/ 31 w 82"/>
                  <a:gd name="T41" fmla="*/ 76 h 80"/>
                  <a:gd name="T42" fmla="*/ 24 w 82"/>
                  <a:gd name="T43" fmla="*/ 15 h 80"/>
                  <a:gd name="T44" fmla="*/ 36 w 82"/>
                  <a:gd name="T45" fmla="*/ 10 h 80"/>
                  <a:gd name="T46" fmla="*/ 39 w 82"/>
                  <a:gd name="T47" fmla="*/ 9 h 80"/>
                  <a:gd name="T48" fmla="*/ 44 w 82"/>
                  <a:gd name="T49" fmla="*/ 2 h 80"/>
                  <a:gd name="T50" fmla="*/ 44 w 82"/>
                  <a:gd name="T51" fmla="*/ 1 h 80"/>
                  <a:gd name="T52" fmla="*/ 44 w 82"/>
                  <a:gd name="T5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0">
                    <a:moveTo>
                      <a:pt x="44" y="0"/>
                    </a:moveTo>
                    <a:cubicBezTo>
                      <a:pt x="47" y="2"/>
                      <a:pt x="56" y="14"/>
                      <a:pt x="57" y="19"/>
                    </a:cubicBezTo>
                    <a:cubicBezTo>
                      <a:pt x="56" y="20"/>
                      <a:pt x="55" y="18"/>
                      <a:pt x="53" y="18"/>
                    </a:cubicBezTo>
                    <a:cubicBezTo>
                      <a:pt x="48" y="15"/>
                      <a:pt x="43" y="14"/>
                      <a:pt x="38" y="14"/>
                    </a:cubicBezTo>
                    <a:cubicBezTo>
                      <a:pt x="26" y="14"/>
                      <a:pt x="18" y="23"/>
                      <a:pt x="21" y="35"/>
                    </a:cubicBezTo>
                    <a:cubicBezTo>
                      <a:pt x="25" y="48"/>
                      <a:pt x="33" y="60"/>
                      <a:pt x="44" y="68"/>
                    </a:cubicBezTo>
                    <a:cubicBezTo>
                      <a:pt x="52" y="74"/>
                      <a:pt x="60" y="73"/>
                      <a:pt x="67" y="66"/>
                    </a:cubicBezTo>
                    <a:cubicBezTo>
                      <a:pt x="70" y="63"/>
                      <a:pt x="71" y="60"/>
                      <a:pt x="68" y="56"/>
                    </a:cubicBezTo>
                    <a:cubicBezTo>
                      <a:pt x="66" y="54"/>
                      <a:pt x="64" y="51"/>
                      <a:pt x="62" y="48"/>
                    </a:cubicBezTo>
                    <a:cubicBezTo>
                      <a:pt x="59" y="44"/>
                      <a:pt x="58" y="44"/>
                      <a:pt x="53" y="46"/>
                    </a:cubicBezTo>
                    <a:cubicBezTo>
                      <a:pt x="52" y="47"/>
                      <a:pt x="51" y="47"/>
                      <a:pt x="50" y="47"/>
                    </a:cubicBezTo>
                    <a:cubicBezTo>
                      <a:pt x="52" y="44"/>
                      <a:pt x="55" y="42"/>
                      <a:pt x="58" y="40"/>
                    </a:cubicBezTo>
                    <a:cubicBezTo>
                      <a:pt x="61" y="38"/>
                      <a:pt x="64" y="35"/>
                      <a:pt x="67" y="33"/>
                    </a:cubicBezTo>
                    <a:cubicBezTo>
                      <a:pt x="70" y="31"/>
                      <a:pt x="72" y="29"/>
                      <a:pt x="75" y="27"/>
                    </a:cubicBezTo>
                    <a:cubicBezTo>
                      <a:pt x="76" y="27"/>
                      <a:pt x="76" y="27"/>
                      <a:pt x="76" y="28"/>
                    </a:cubicBezTo>
                    <a:cubicBezTo>
                      <a:pt x="76" y="28"/>
                      <a:pt x="75" y="29"/>
                      <a:pt x="75" y="29"/>
                    </a:cubicBezTo>
                    <a:cubicBezTo>
                      <a:pt x="72" y="34"/>
                      <a:pt x="71" y="36"/>
                      <a:pt x="75" y="40"/>
                    </a:cubicBezTo>
                    <a:cubicBezTo>
                      <a:pt x="77" y="44"/>
                      <a:pt x="80" y="47"/>
                      <a:pt x="82" y="50"/>
                    </a:cubicBezTo>
                    <a:cubicBezTo>
                      <a:pt x="82" y="51"/>
                      <a:pt x="82" y="51"/>
                      <a:pt x="82" y="52"/>
                    </a:cubicBezTo>
                    <a:cubicBezTo>
                      <a:pt x="74" y="64"/>
                      <a:pt x="64" y="74"/>
                      <a:pt x="49" y="78"/>
                    </a:cubicBezTo>
                    <a:cubicBezTo>
                      <a:pt x="43" y="80"/>
                      <a:pt x="37" y="79"/>
                      <a:pt x="31" y="76"/>
                    </a:cubicBezTo>
                    <a:cubicBezTo>
                      <a:pt x="11" y="66"/>
                      <a:pt x="0" y="35"/>
                      <a:pt x="24" y="15"/>
                    </a:cubicBezTo>
                    <a:cubicBezTo>
                      <a:pt x="27" y="13"/>
                      <a:pt x="32" y="12"/>
                      <a:pt x="36" y="10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4" y="7"/>
                      <a:pt x="44" y="7"/>
                      <a:pt x="44" y="2"/>
                    </a:cubicBezTo>
                    <a:cubicBezTo>
                      <a:pt x="44" y="2"/>
                      <a:pt x="44" y="2"/>
                      <a:pt x="44" y="1"/>
                    </a:cubicBezTo>
                    <a:cubicBezTo>
                      <a:pt x="44" y="1"/>
                      <a:pt x="44" y="1"/>
                      <a:pt x="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52"/>
              <p:cNvSpPr/>
              <p:nvPr/>
            </p:nvSpPr>
            <p:spPr bwMode="auto">
              <a:xfrm>
                <a:off x="5141653" y="20291785"/>
                <a:ext cx="456165" cy="495489"/>
              </a:xfrm>
              <a:custGeom>
                <a:avLst/>
                <a:gdLst>
                  <a:gd name="T0" fmla="*/ 58 w 65"/>
                  <a:gd name="T1" fmla="*/ 69 h 70"/>
                  <a:gd name="T2" fmla="*/ 53 w 65"/>
                  <a:gd name="T3" fmla="*/ 66 h 70"/>
                  <a:gd name="T4" fmla="*/ 25 w 65"/>
                  <a:gd name="T5" fmla="*/ 31 h 70"/>
                  <a:gd name="T6" fmla="*/ 13 w 65"/>
                  <a:gd name="T7" fmla="*/ 17 h 70"/>
                  <a:gd name="T8" fmla="*/ 12 w 65"/>
                  <a:gd name="T9" fmla="*/ 21 h 70"/>
                  <a:gd name="T10" fmla="*/ 12 w 65"/>
                  <a:gd name="T11" fmla="*/ 56 h 70"/>
                  <a:gd name="T12" fmla="*/ 20 w 65"/>
                  <a:gd name="T13" fmla="*/ 66 h 70"/>
                  <a:gd name="T14" fmla="*/ 21 w 65"/>
                  <a:gd name="T15" fmla="*/ 68 h 70"/>
                  <a:gd name="T16" fmla="*/ 0 w 65"/>
                  <a:gd name="T17" fmla="*/ 68 h 70"/>
                  <a:gd name="T18" fmla="*/ 3 w 65"/>
                  <a:gd name="T19" fmla="*/ 66 h 70"/>
                  <a:gd name="T20" fmla="*/ 9 w 65"/>
                  <a:gd name="T21" fmla="*/ 58 h 70"/>
                  <a:gd name="T22" fmla="*/ 9 w 65"/>
                  <a:gd name="T23" fmla="*/ 14 h 70"/>
                  <a:gd name="T24" fmla="*/ 6 w 65"/>
                  <a:gd name="T25" fmla="*/ 8 h 70"/>
                  <a:gd name="T26" fmla="*/ 0 w 65"/>
                  <a:gd name="T27" fmla="*/ 2 h 70"/>
                  <a:gd name="T28" fmla="*/ 10 w 65"/>
                  <a:gd name="T29" fmla="*/ 1 h 70"/>
                  <a:gd name="T30" fmla="*/ 27 w 65"/>
                  <a:gd name="T31" fmla="*/ 9 h 70"/>
                  <a:gd name="T32" fmla="*/ 50 w 65"/>
                  <a:gd name="T33" fmla="*/ 39 h 70"/>
                  <a:gd name="T34" fmla="*/ 54 w 65"/>
                  <a:gd name="T35" fmla="*/ 42 h 70"/>
                  <a:gd name="T36" fmla="*/ 54 w 65"/>
                  <a:gd name="T37" fmla="*/ 38 h 70"/>
                  <a:gd name="T38" fmla="*/ 54 w 65"/>
                  <a:gd name="T39" fmla="*/ 15 h 70"/>
                  <a:gd name="T40" fmla="*/ 46 w 65"/>
                  <a:gd name="T41" fmla="*/ 3 h 70"/>
                  <a:gd name="T42" fmla="*/ 45 w 65"/>
                  <a:gd name="T43" fmla="*/ 3 h 70"/>
                  <a:gd name="T44" fmla="*/ 65 w 65"/>
                  <a:gd name="T45" fmla="*/ 2 h 70"/>
                  <a:gd name="T46" fmla="*/ 63 w 65"/>
                  <a:gd name="T47" fmla="*/ 4 h 70"/>
                  <a:gd name="T48" fmla="*/ 58 w 65"/>
                  <a:gd name="T49" fmla="*/ 12 h 70"/>
                  <a:gd name="T50" fmla="*/ 58 w 65"/>
                  <a:gd name="T51" fmla="*/ 26 h 70"/>
                  <a:gd name="T52" fmla="*/ 58 w 65"/>
                  <a:gd name="T53" fmla="*/ 64 h 70"/>
                  <a:gd name="T54" fmla="*/ 58 w 65"/>
                  <a:gd name="T55" fmla="*/ 69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5" h="70">
                    <a:moveTo>
                      <a:pt x="58" y="69"/>
                    </a:moveTo>
                    <a:cubicBezTo>
                      <a:pt x="54" y="70"/>
                      <a:pt x="54" y="68"/>
                      <a:pt x="53" y="66"/>
                    </a:cubicBezTo>
                    <a:cubicBezTo>
                      <a:pt x="43" y="55"/>
                      <a:pt x="34" y="43"/>
                      <a:pt x="25" y="31"/>
                    </a:cubicBezTo>
                    <a:cubicBezTo>
                      <a:pt x="21" y="27"/>
                      <a:pt x="17" y="22"/>
                      <a:pt x="13" y="17"/>
                    </a:cubicBezTo>
                    <a:cubicBezTo>
                      <a:pt x="13" y="19"/>
                      <a:pt x="12" y="20"/>
                      <a:pt x="12" y="21"/>
                    </a:cubicBezTo>
                    <a:cubicBezTo>
                      <a:pt x="12" y="33"/>
                      <a:pt x="12" y="44"/>
                      <a:pt x="12" y="56"/>
                    </a:cubicBezTo>
                    <a:cubicBezTo>
                      <a:pt x="12" y="63"/>
                      <a:pt x="13" y="64"/>
                      <a:pt x="20" y="66"/>
                    </a:cubicBezTo>
                    <a:cubicBezTo>
                      <a:pt x="20" y="67"/>
                      <a:pt x="21" y="67"/>
                      <a:pt x="21" y="68"/>
                    </a:cubicBezTo>
                    <a:cubicBezTo>
                      <a:pt x="18" y="69"/>
                      <a:pt x="5" y="69"/>
                      <a:pt x="0" y="68"/>
                    </a:cubicBezTo>
                    <a:cubicBezTo>
                      <a:pt x="1" y="67"/>
                      <a:pt x="2" y="66"/>
                      <a:pt x="3" y="66"/>
                    </a:cubicBezTo>
                    <a:cubicBezTo>
                      <a:pt x="7" y="65"/>
                      <a:pt x="9" y="63"/>
                      <a:pt x="9" y="58"/>
                    </a:cubicBezTo>
                    <a:cubicBezTo>
                      <a:pt x="9" y="44"/>
                      <a:pt x="9" y="29"/>
                      <a:pt x="9" y="14"/>
                    </a:cubicBezTo>
                    <a:cubicBezTo>
                      <a:pt x="9" y="11"/>
                      <a:pt x="7" y="9"/>
                      <a:pt x="6" y="8"/>
                    </a:cubicBezTo>
                    <a:cubicBezTo>
                      <a:pt x="4" y="6"/>
                      <a:pt x="2" y="4"/>
                      <a:pt x="0" y="2"/>
                    </a:cubicBezTo>
                    <a:cubicBezTo>
                      <a:pt x="4" y="1"/>
                      <a:pt x="7" y="2"/>
                      <a:pt x="10" y="1"/>
                    </a:cubicBezTo>
                    <a:cubicBezTo>
                      <a:pt x="18" y="0"/>
                      <a:pt x="22" y="3"/>
                      <a:pt x="27" y="9"/>
                    </a:cubicBezTo>
                    <a:cubicBezTo>
                      <a:pt x="34" y="19"/>
                      <a:pt x="42" y="29"/>
                      <a:pt x="50" y="39"/>
                    </a:cubicBezTo>
                    <a:cubicBezTo>
                      <a:pt x="51" y="40"/>
                      <a:pt x="52" y="41"/>
                      <a:pt x="54" y="42"/>
                    </a:cubicBezTo>
                    <a:cubicBezTo>
                      <a:pt x="54" y="41"/>
                      <a:pt x="54" y="39"/>
                      <a:pt x="54" y="38"/>
                    </a:cubicBezTo>
                    <a:cubicBezTo>
                      <a:pt x="54" y="30"/>
                      <a:pt x="54" y="23"/>
                      <a:pt x="54" y="15"/>
                    </a:cubicBezTo>
                    <a:cubicBezTo>
                      <a:pt x="54" y="9"/>
                      <a:pt x="53" y="4"/>
                      <a:pt x="46" y="3"/>
                    </a:cubicBezTo>
                    <a:cubicBezTo>
                      <a:pt x="46" y="3"/>
                      <a:pt x="45" y="3"/>
                      <a:pt x="45" y="3"/>
                    </a:cubicBezTo>
                    <a:cubicBezTo>
                      <a:pt x="48" y="1"/>
                      <a:pt x="61" y="1"/>
                      <a:pt x="65" y="2"/>
                    </a:cubicBezTo>
                    <a:cubicBezTo>
                      <a:pt x="64" y="3"/>
                      <a:pt x="64" y="3"/>
                      <a:pt x="63" y="4"/>
                    </a:cubicBezTo>
                    <a:cubicBezTo>
                      <a:pt x="59" y="5"/>
                      <a:pt x="57" y="8"/>
                      <a:pt x="58" y="12"/>
                    </a:cubicBezTo>
                    <a:cubicBezTo>
                      <a:pt x="58" y="17"/>
                      <a:pt x="58" y="22"/>
                      <a:pt x="58" y="26"/>
                    </a:cubicBezTo>
                    <a:cubicBezTo>
                      <a:pt x="58" y="39"/>
                      <a:pt x="58" y="51"/>
                      <a:pt x="58" y="64"/>
                    </a:cubicBezTo>
                    <a:cubicBezTo>
                      <a:pt x="58" y="66"/>
                      <a:pt x="58" y="67"/>
                      <a:pt x="58" y="6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53"/>
              <p:cNvSpPr>
                <a:spLocks noEditPoints="1"/>
              </p:cNvSpPr>
              <p:nvPr/>
            </p:nvSpPr>
            <p:spPr bwMode="auto">
              <a:xfrm>
                <a:off x="5700062" y="26009575"/>
                <a:ext cx="353921" cy="503354"/>
              </a:xfrm>
              <a:custGeom>
                <a:avLst/>
                <a:gdLst>
                  <a:gd name="T0" fmla="*/ 9 w 50"/>
                  <a:gd name="T1" fmla="*/ 71 h 71"/>
                  <a:gd name="T2" fmla="*/ 31 w 50"/>
                  <a:gd name="T3" fmla="*/ 41 h 71"/>
                  <a:gd name="T4" fmla="*/ 23 w 50"/>
                  <a:gd name="T5" fmla="*/ 44 h 71"/>
                  <a:gd name="T6" fmla="*/ 3 w 50"/>
                  <a:gd name="T7" fmla="*/ 33 h 71"/>
                  <a:gd name="T8" fmla="*/ 3 w 50"/>
                  <a:gd name="T9" fmla="*/ 13 h 71"/>
                  <a:gd name="T10" fmla="*/ 21 w 50"/>
                  <a:gd name="T11" fmla="*/ 1 h 71"/>
                  <a:gd name="T12" fmla="*/ 41 w 50"/>
                  <a:gd name="T13" fmla="*/ 11 h 71"/>
                  <a:gd name="T14" fmla="*/ 34 w 50"/>
                  <a:gd name="T15" fmla="*/ 59 h 71"/>
                  <a:gd name="T16" fmla="*/ 9 w 50"/>
                  <a:gd name="T17" fmla="*/ 71 h 71"/>
                  <a:gd name="T18" fmla="*/ 31 w 50"/>
                  <a:gd name="T19" fmla="*/ 32 h 71"/>
                  <a:gd name="T20" fmla="*/ 32 w 50"/>
                  <a:gd name="T21" fmla="*/ 32 h 71"/>
                  <a:gd name="T22" fmla="*/ 28 w 50"/>
                  <a:gd name="T23" fmla="*/ 12 h 71"/>
                  <a:gd name="T24" fmla="*/ 25 w 50"/>
                  <a:gd name="T25" fmla="*/ 6 h 71"/>
                  <a:gd name="T26" fmla="*/ 19 w 50"/>
                  <a:gd name="T27" fmla="*/ 3 h 71"/>
                  <a:gd name="T28" fmla="*/ 15 w 50"/>
                  <a:gd name="T29" fmla="*/ 8 h 71"/>
                  <a:gd name="T30" fmla="*/ 14 w 50"/>
                  <a:gd name="T31" fmla="*/ 10 h 71"/>
                  <a:gd name="T32" fmla="*/ 18 w 50"/>
                  <a:gd name="T33" fmla="*/ 32 h 71"/>
                  <a:gd name="T34" fmla="*/ 21 w 50"/>
                  <a:gd name="T35" fmla="*/ 37 h 71"/>
                  <a:gd name="T36" fmla="*/ 29 w 50"/>
                  <a:gd name="T37" fmla="*/ 39 h 71"/>
                  <a:gd name="T38" fmla="*/ 31 w 50"/>
                  <a:gd name="T39" fmla="*/ 33 h 71"/>
                  <a:gd name="T40" fmla="*/ 31 w 50"/>
                  <a:gd name="T41" fmla="*/ 3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9" y="71"/>
                    </a:moveTo>
                    <a:cubicBezTo>
                      <a:pt x="22" y="66"/>
                      <a:pt x="29" y="55"/>
                      <a:pt x="31" y="41"/>
                    </a:cubicBezTo>
                    <a:cubicBezTo>
                      <a:pt x="28" y="42"/>
                      <a:pt x="26" y="43"/>
                      <a:pt x="23" y="44"/>
                    </a:cubicBezTo>
                    <a:cubicBezTo>
                      <a:pt x="14" y="46"/>
                      <a:pt x="7" y="42"/>
                      <a:pt x="3" y="33"/>
                    </a:cubicBezTo>
                    <a:cubicBezTo>
                      <a:pt x="0" y="26"/>
                      <a:pt x="1" y="19"/>
                      <a:pt x="3" y="13"/>
                    </a:cubicBezTo>
                    <a:cubicBezTo>
                      <a:pt x="7" y="5"/>
                      <a:pt x="13" y="1"/>
                      <a:pt x="21" y="1"/>
                    </a:cubicBezTo>
                    <a:cubicBezTo>
                      <a:pt x="29" y="0"/>
                      <a:pt x="36" y="3"/>
                      <a:pt x="41" y="11"/>
                    </a:cubicBezTo>
                    <a:cubicBezTo>
                      <a:pt x="50" y="26"/>
                      <a:pt x="47" y="47"/>
                      <a:pt x="34" y="59"/>
                    </a:cubicBezTo>
                    <a:cubicBezTo>
                      <a:pt x="28" y="65"/>
                      <a:pt x="17" y="70"/>
                      <a:pt x="9" y="71"/>
                    </a:cubicBezTo>
                    <a:close/>
                    <a:moveTo>
                      <a:pt x="31" y="32"/>
                    </a:moveTo>
                    <a:cubicBezTo>
                      <a:pt x="31" y="32"/>
                      <a:pt x="31" y="32"/>
                      <a:pt x="32" y="32"/>
                    </a:cubicBezTo>
                    <a:cubicBezTo>
                      <a:pt x="30" y="25"/>
                      <a:pt x="29" y="19"/>
                      <a:pt x="28" y="12"/>
                    </a:cubicBezTo>
                    <a:cubicBezTo>
                      <a:pt x="27" y="10"/>
                      <a:pt x="26" y="8"/>
                      <a:pt x="25" y="6"/>
                    </a:cubicBezTo>
                    <a:cubicBezTo>
                      <a:pt x="24" y="4"/>
                      <a:pt x="22" y="3"/>
                      <a:pt x="19" y="3"/>
                    </a:cubicBezTo>
                    <a:cubicBezTo>
                      <a:pt x="17" y="4"/>
                      <a:pt x="15" y="5"/>
                      <a:pt x="15" y="8"/>
                    </a:cubicBezTo>
                    <a:cubicBezTo>
                      <a:pt x="15" y="9"/>
                      <a:pt x="14" y="10"/>
                      <a:pt x="14" y="10"/>
                    </a:cubicBezTo>
                    <a:cubicBezTo>
                      <a:pt x="15" y="18"/>
                      <a:pt x="16" y="25"/>
                      <a:pt x="18" y="32"/>
                    </a:cubicBezTo>
                    <a:cubicBezTo>
                      <a:pt x="19" y="34"/>
                      <a:pt x="20" y="35"/>
                      <a:pt x="21" y="37"/>
                    </a:cubicBezTo>
                    <a:cubicBezTo>
                      <a:pt x="23" y="39"/>
                      <a:pt x="25" y="39"/>
                      <a:pt x="29" y="39"/>
                    </a:cubicBezTo>
                    <a:cubicBezTo>
                      <a:pt x="32" y="38"/>
                      <a:pt x="31" y="35"/>
                      <a:pt x="31" y="33"/>
                    </a:cubicBezTo>
                    <a:cubicBezTo>
                      <a:pt x="31" y="33"/>
                      <a:pt x="31" y="32"/>
                      <a:pt x="31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54"/>
              <p:cNvSpPr/>
              <p:nvPr/>
            </p:nvSpPr>
            <p:spPr bwMode="auto">
              <a:xfrm>
                <a:off x="4323703" y="20386164"/>
                <a:ext cx="471894" cy="534814"/>
              </a:xfrm>
              <a:custGeom>
                <a:avLst/>
                <a:gdLst>
                  <a:gd name="T0" fmla="*/ 42 w 68"/>
                  <a:gd name="T1" fmla="*/ 7 h 77"/>
                  <a:gd name="T2" fmla="*/ 62 w 68"/>
                  <a:gd name="T3" fmla="*/ 0 h 77"/>
                  <a:gd name="T4" fmla="*/ 60 w 68"/>
                  <a:gd name="T5" fmla="*/ 3 h 77"/>
                  <a:gd name="T6" fmla="*/ 57 w 68"/>
                  <a:gd name="T7" fmla="*/ 12 h 77"/>
                  <a:gd name="T8" fmla="*/ 65 w 68"/>
                  <a:gd name="T9" fmla="*/ 40 h 77"/>
                  <a:gd name="T10" fmla="*/ 67 w 68"/>
                  <a:gd name="T11" fmla="*/ 55 h 77"/>
                  <a:gd name="T12" fmla="*/ 62 w 68"/>
                  <a:gd name="T13" fmla="*/ 68 h 77"/>
                  <a:gd name="T14" fmla="*/ 34 w 68"/>
                  <a:gd name="T15" fmla="*/ 76 h 77"/>
                  <a:gd name="T16" fmla="*/ 21 w 68"/>
                  <a:gd name="T17" fmla="*/ 66 h 77"/>
                  <a:gd name="T18" fmla="*/ 19 w 68"/>
                  <a:gd name="T19" fmla="*/ 60 h 77"/>
                  <a:gd name="T20" fmla="*/ 10 w 68"/>
                  <a:gd name="T21" fmla="*/ 27 h 77"/>
                  <a:gd name="T22" fmla="*/ 9 w 68"/>
                  <a:gd name="T23" fmla="*/ 25 h 77"/>
                  <a:gd name="T24" fmla="*/ 2 w 68"/>
                  <a:gd name="T25" fmla="*/ 20 h 77"/>
                  <a:gd name="T26" fmla="*/ 0 w 68"/>
                  <a:gd name="T27" fmla="*/ 19 h 77"/>
                  <a:gd name="T28" fmla="*/ 27 w 68"/>
                  <a:gd name="T29" fmla="*/ 10 h 77"/>
                  <a:gd name="T30" fmla="*/ 30 w 68"/>
                  <a:gd name="T31" fmla="*/ 10 h 77"/>
                  <a:gd name="T32" fmla="*/ 30 w 68"/>
                  <a:gd name="T33" fmla="*/ 11 h 77"/>
                  <a:gd name="T34" fmla="*/ 27 w 68"/>
                  <a:gd name="T35" fmla="*/ 12 h 77"/>
                  <a:gd name="T36" fmla="*/ 24 w 68"/>
                  <a:gd name="T37" fmla="*/ 20 h 77"/>
                  <a:gd name="T38" fmla="*/ 34 w 68"/>
                  <a:gd name="T39" fmla="*/ 59 h 77"/>
                  <a:gd name="T40" fmla="*/ 35 w 68"/>
                  <a:gd name="T41" fmla="*/ 61 h 77"/>
                  <a:gd name="T42" fmla="*/ 50 w 68"/>
                  <a:gd name="T43" fmla="*/ 70 h 77"/>
                  <a:gd name="T44" fmla="*/ 64 w 68"/>
                  <a:gd name="T45" fmla="*/ 55 h 77"/>
                  <a:gd name="T46" fmla="*/ 63 w 68"/>
                  <a:gd name="T47" fmla="*/ 45 h 77"/>
                  <a:gd name="T48" fmla="*/ 54 w 68"/>
                  <a:gd name="T49" fmla="*/ 15 h 77"/>
                  <a:gd name="T50" fmla="*/ 44 w 68"/>
                  <a:gd name="T51" fmla="*/ 7 h 77"/>
                  <a:gd name="T52" fmla="*/ 42 w 68"/>
                  <a:gd name="T53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77">
                    <a:moveTo>
                      <a:pt x="42" y="7"/>
                    </a:moveTo>
                    <a:cubicBezTo>
                      <a:pt x="45" y="4"/>
                      <a:pt x="57" y="1"/>
                      <a:pt x="62" y="0"/>
                    </a:cubicBezTo>
                    <a:cubicBezTo>
                      <a:pt x="61" y="1"/>
                      <a:pt x="61" y="2"/>
                      <a:pt x="60" y="3"/>
                    </a:cubicBezTo>
                    <a:cubicBezTo>
                      <a:pt x="57" y="5"/>
                      <a:pt x="56" y="8"/>
                      <a:pt x="57" y="12"/>
                    </a:cubicBezTo>
                    <a:cubicBezTo>
                      <a:pt x="60" y="21"/>
                      <a:pt x="63" y="31"/>
                      <a:pt x="65" y="40"/>
                    </a:cubicBezTo>
                    <a:cubicBezTo>
                      <a:pt x="66" y="45"/>
                      <a:pt x="67" y="50"/>
                      <a:pt x="67" y="55"/>
                    </a:cubicBezTo>
                    <a:cubicBezTo>
                      <a:pt x="68" y="61"/>
                      <a:pt x="66" y="65"/>
                      <a:pt x="62" y="68"/>
                    </a:cubicBezTo>
                    <a:cubicBezTo>
                      <a:pt x="54" y="74"/>
                      <a:pt x="44" y="77"/>
                      <a:pt x="34" y="76"/>
                    </a:cubicBezTo>
                    <a:cubicBezTo>
                      <a:pt x="28" y="75"/>
                      <a:pt x="24" y="72"/>
                      <a:pt x="21" y="66"/>
                    </a:cubicBezTo>
                    <a:cubicBezTo>
                      <a:pt x="20" y="64"/>
                      <a:pt x="19" y="62"/>
                      <a:pt x="19" y="60"/>
                    </a:cubicBezTo>
                    <a:cubicBezTo>
                      <a:pt x="16" y="49"/>
                      <a:pt x="13" y="38"/>
                      <a:pt x="10" y="27"/>
                    </a:cubicBezTo>
                    <a:cubicBezTo>
                      <a:pt x="10" y="27"/>
                      <a:pt x="9" y="26"/>
                      <a:pt x="9" y="25"/>
                    </a:cubicBezTo>
                    <a:cubicBezTo>
                      <a:pt x="8" y="22"/>
                      <a:pt x="6" y="20"/>
                      <a:pt x="2" y="20"/>
                    </a:cubicBezTo>
                    <a:cubicBezTo>
                      <a:pt x="1" y="20"/>
                      <a:pt x="1" y="20"/>
                      <a:pt x="0" y="19"/>
                    </a:cubicBezTo>
                    <a:cubicBezTo>
                      <a:pt x="8" y="15"/>
                      <a:pt x="18" y="13"/>
                      <a:pt x="27" y="10"/>
                    </a:cubicBezTo>
                    <a:cubicBezTo>
                      <a:pt x="28" y="10"/>
                      <a:pt x="29" y="10"/>
                      <a:pt x="30" y="10"/>
                    </a:cubicBezTo>
                    <a:cubicBezTo>
                      <a:pt x="30" y="10"/>
                      <a:pt x="30" y="10"/>
                      <a:pt x="30" y="11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4" y="14"/>
                      <a:pt x="23" y="16"/>
                      <a:pt x="24" y="20"/>
                    </a:cubicBezTo>
                    <a:cubicBezTo>
                      <a:pt x="27" y="33"/>
                      <a:pt x="31" y="46"/>
                      <a:pt x="34" y="59"/>
                    </a:cubicBezTo>
                    <a:cubicBezTo>
                      <a:pt x="35" y="60"/>
                      <a:pt x="35" y="60"/>
                      <a:pt x="35" y="61"/>
                    </a:cubicBezTo>
                    <a:cubicBezTo>
                      <a:pt x="38" y="68"/>
                      <a:pt x="43" y="71"/>
                      <a:pt x="50" y="70"/>
                    </a:cubicBezTo>
                    <a:cubicBezTo>
                      <a:pt x="59" y="68"/>
                      <a:pt x="64" y="63"/>
                      <a:pt x="64" y="55"/>
                    </a:cubicBezTo>
                    <a:cubicBezTo>
                      <a:pt x="64" y="51"/>
                      <a:pt x="63" y="48"/>
                      <a:pt x="63" y="45"/>
                    </a:cubicBezTo>
                    <a:cubicBezTo>
                      <a:pt x="60" y="35"/>
                      <a:pt x="57" y="25"/>
                      <a:pt x="54" y="15"/>
                    </a:cubicBezTo>
                    <a:cubicBezTo>
                      <a:pt x="52" y="8"/>
                      <a:pt x="51" y="7"/>
                      <a:pt x="44" y="7"/>
                    </a:cubicBezTo>
                    <a:cubicBezTo>
                      <a:pt x="43" y="7"/>
                      <a:pt x="43" y="7"/>
                      <a:pt x="42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55"/>
              <p:cNvSpPr/>
              <p:nvPr/>
            </p:nvSpPr>
            <p:spPr bwMode="auto">
              <a:xfrm>
                <a:off x="7894371" y="22195094"/>
                <a:ext cx="550543" cy="440435"/>
              </a:xfrm>
              <a:custGeom>
                <a:avLst/>
                <a:gdLst>
                  <a:gd name="T0" fmla="*/ 0 w 79"/>
                  <a:gd name="T1" fmla="*/ 22 h 63"/>
                  <a:gd name="T2" fmla="*/ 20 w 79"/>
                  <a:gd name="T3" fmla="*/ 13 h 63"/>
                  <a:gd name="T4" fmla="*/ 20 w 79"/>
                  <a:gd name="T5" fmla="*/ 17 h 63"/>
                  <a:gd name="T6" fmla="*/ 12 w 79"/>
                  <a:gd name="T7" fmla="*/ 26 h 63"/>
                  <a:gd name="T8" fmla="*/ 13 w 79"/>
                  <a:gd name="T9" fmla="*/ 46 h 63"/>
                  <a:gd name="T10" fmla="*/ 24 w 79"/>
                  <a:gd name="T11" fmla="*/ 50 h 63"/>
                  <a:gd name="T12" fmla="*/ 32 w 79"/>
                  <a:gd name="T13" fmla="*/ 42 h 63"/>
                  <a:gd name="T14" fmla="*/ 32 w 79"/>
                  <a:gd name="T15" fmla="*/ 35 h 63"/>
                  <a:gd name="T16" fmla="*/ 35 w 79"/>
                  <a:gd name="T17" fmla="*/ 14 h 63"/>
                  <a:gd name="T18" fmla="*/ 51 w 79"/>
                  <a:gd name="T19" fmla="*/ 1 h 63"/>
                  <a:gd name="T20" fmla="*/ 66 w 79"/>
                  <a:gd name="T21" fmla="*/ 7 h 63"/>
                  <a:gd name="T22" fmla="*/ 73 w 79"/>
                  <a:gd name="T23" fmla="*/ 24 h 63"/>
                  <a:gd name="T24" fmla="*/ 73 w 79"/>
                  <a:gd name="T25" fmla="*/ 28 h 63"/>
                  <a:gd name="T26" fmla="*/ 76 w 79"/>
                  <a:gd name="T27" fmla="*/ 32 h 63"/>
                  <a:gd name="T28" fmla="*/ 79 w 79"/>
                  <a:gd name="T29" fmla="*/ 34 h 63"/>
                  <a:gd name="T30" fmla="*/ 59 w 79"/>
                  <a:gd name="T31" fmla="*/ 42 h 63"/>
                  <a:gd name="T32" fmla="*/ 62 w 79"/>
                  <a:gd name="T33" fmla="*/ 38 h 63"/>
                  <a:gd name="T34" fmla="*/ 69 w 79"/>
                  <a:gd name="T35" fmla="*/ 26 h 63"/>
                  <a:gd name="T36" fmla="*/ 65 w 79"/>
                  <a:gd name="T37" fmla="*/ 12 h 63"/>
                  <a:gd name="T38" fmla="*/ 50 w 79"/>
                  <a:gd name="T39" fmla="*/ 14 h 63"/>
                  <a:gd name="T40" fmla="*/ 49 w 79"/>
                  <a:gd name="T41" fmla="*/ 21 h 63"/>
                  <a:gd name="T42" fmla="*/ 48 w 79"/>
                  <a:gd name="T43" fmla="*/ 39 h 63"/>
                  <a:gd name="T44" fmla="*/ 45 w 79"/>
                  <a:gd name="T45" fmla="*/ 50 h 63"/>
                  <a:gd name="T46" fmla="*/ 15 w 79"/>
                  <a:gd name="T47" fmla="*/ 53 h 63"/>
                  <a:gd name="T48" fmla="*/ 7 w 79"/>
                  <a:gd name="T49" fmla="*/ 34 h 63"/>
                  <a:gd name="T50" fmla="*/ 0 w 79"/>
                  <a:gd name="T51" fmla="*/ 2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9" h="63">
                    <a:moveTo>
                      <a:pt x="0" y="22"/>
                    </a:moveTo>
                    <a:cubicBezTo>
                      <a:pt x="7" y="19"/>
                      <a:pt x="14" y="16"/>
                      <a:pt x="20" y="13"/>
                    </a:cubicBezTo>
                    <a:cubicBezTo>
                      <a:pt x="22" y="15"/>
                      <a:pt x="21" y="16"/>
                      <a:pt x="20" y="17"/>
                    </a:cubicBezTo>
                    <a:cubicBezTo>
                      <a:pt x="17" y="20"/>
                      <a:pt x="14" y="23"/>
                      <a:pt x="12" y="26"/>
                    </a:cubicBezTo>
                    <a:cubicBezTo>
                      <a:pt x="8" y="33"/>
                      <a:pt x="9" y="39"/>
                      <a:pt x="13" y="46"/>
                    </a:cubicBezTo>
                    <a:cubicBezTo>
                      <a:pt x="16" y="50"/>
                      <a:pt x="19" y="51"/>
                      <a:pt x="24" y="50"/>
                    </a:cubicBezTo>
                    <a:cubicBezTo>
                      <a:pt x="28" y="49"/>
                      <a:pt x="31" y="46"/>
                      <a:pt x="32" y="42"/>
                    </a:cubicBezTo>
                    <a:cubicBezTo>
                      <a:pt x="32" y="40"/>
                      <a:pt x="32" y="37"/>
                      <a:pt x="32" y="35"/>
                    </a:cubicBezTo>
                    <a:cubicBezTo>
                      <a:pt x="33" y="28"/>
                      <a:pt x="33" y="21"/>
                      <a:pt x="35" y="14"/>
                    </a:cubicBezTo>
                    <a:cubicBezTo>
                      <a:pt x="37" y="6"/>
                      <a:pt x="43" y="2"/>
                      <a:pt x="51" y="1"/>
                    </a:cubicBezTo>
                    <a:cubicBezTo>
                      <a:pt x="57" y="0"/>
                      <a:pt x="62" y="3"/>
                      <a:pt x="66" y="7"/>
                    </a:cubicBezTo>
                    <a:cubicBezTo>
                      <a:pt x="70" y="12"/>
                      <a:pt x="72" y="18"/>
                      <a:pt x="73" y="24"/>
                    </a:cubicBezTo>
                    <a:cubicBezTo>
                      <a:pt x="73" y="26"/>
                      <a:pt x="73" y="27"/>
                      <a:pt x="73" y="28"/>
                    </a:cubicBezTo>
                    <a:cubicBezTo>
                      <a:pt x="73" y="30"/>
                      <a:pt x="74" y="32"/>
                      <a:pt x="76" y="32"/>
                    </a:cubicBezTo>
                    <a:cubicBezTo>
                      <a:pt x="77" y="32"/>
                      <a:pt x="78" y="33"/>
                      <a:pt x="79" y="34"/>
                    </a:cubicBezTo>
                    <a:cubicBezTo>
                      <a:pt x="75" y="37"/>
                      <a:pt x="63" y="42"/>
                      <a:pt x="59" y="42"/>
                    </a:cubicBezTo>
                    <a:cubicBezTo>
                      <a:pt x="60" y="40"/>
                      <a:pt x="61" y="39"/>
                      <a:pt x="62" y="38"/>
                    </a:cubicBezTo>
                    <a:cubicBezTo>
                      <a:pt x="65" y="34"/>
                      <a:pt x="68" y="31"/>
                      <a:pt x="69" y="26"/>
                    </a:cubicBezTo>
                    <a:cubicBezTo>
                      <a:pt x="70" y="21"/>
                      <a:pt x="69" y="16"/>
                      <a:pt x="65" y="12"/>
                    </a:cubicBezTo>
                    <a:cubicBezTo>
                      <a:pt x="61" y="7"/>
                      <a:pt x="53" y="8"/>
                      <a:pt x="50" y="14"/>
                    </a:cubicBezTo>
                    <a:cubicBezTo>
                      <a:pt x="49" y="16"/>
                      <a:pt x="49" y="19"/>
                      <a:pt x="49" y="21"/>
                    </a:cubicBezTo>
                    <a:cubicBezTo>
                      <a:pt x="48" y="27"/>
                      <a:pt x="49" y="33"/>
                      <a:pt x="48" y="39"/>
                    </a:cubicBezTo>
                    <a:cubicBezTo>
                      <a:pt x="47" y="42"/>
                      <a:pt x="47" y="46"/>
                      <a:pt x="45" y="50"/>
                    </a:cubicBezTo>
                    <a:cubicBezTo>
                      <a:pt x="39" y="60"/>
                      <a:pt x="24" y="63"/>
                      <a:pt x="15" y="53"/>
                    </a:cubicBezTo>
                    <a:cubicBezTo>
                      <a:pt x="11" y="47"/>
                      <a:pt x="8" y="41"/>
                      <a:pt x="7" y="34"/>
                    </a:cubicBezTo>
                    <a:cubicBezTo>
                      <a:pt x="5" y="27"/>
                      <a:pt x="5" y="2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56"/>
              <p:cNvSpPr/>
              <p:nvPr/>
            </p:nvSpPr>
            <p:spPr bwMode="auto">
              <a:xfrm>
                <a:off x="7902235" y="24263565"/>
                <a:ext cx="542679" cy="503354"/>
              </a:xfrm>
              <a:custGeom>
                <a:avLst/>
                <a:gdLst>
                  <a:gd name="T0" fmla="*/ 64 w 77"/>
                  <a:gd name="T1" fmla="*/ 40 h 72"/>
                  <a:gd name="T2" fmla="*/ 65 w 77"/>
                  <a:gd name="T3" fmla="*/ 37 h 72"/>
                  <a:gd name="T4" fmla="*/ 59 w 77"/>
                  <a:gd name="T5" fmla="*/ 30 h 72"/>
                  <a:gd name="T6" fmla="*/ 45 w 77"/>
                  <a:gd name="T7" fmla="*/ 32 h 72"/>
                  <a:gd name="T8" fmla="*/ 37 w 77"/>
                  <a:gd name="T9" fmla="*/ 32 h 72"/>
                  <a:gd name="T10" fmla="*/ 33 w 77"/>
                  <a:gd name="T11" fmla="*/ 33 h 72"/>
                  <a:gd name="T12" fmla="*/ 39 w 77"/>
                  <a:gd name="T13" fmla="*/ 41 h 72"/>
                  <a:gd name="T14" fmla="*/ 47 w 77"/>
                  <a:gd name="T15" fmla="*/ 52 h 72"/>
                  <a:gd name="T16" fmla="*/ 50 w 77"/>
                  <a:gd name="T17" fmla="*/ 56 h 72"/>
                  <a:gd name="T18" fmla="*/ 57 w 77"/>
                  <a:gd name="T19" fmla="*/ 55 h 72"/>
                  <a:gd name="T20" fmla="*/ 60 w 77"/>
                  <a:gd name="T21" fmla="*/ 51 h 72"/>
                  <a:gd name="T22" fmla="*/ 53 w 77"/>
                  <a:gd name="T23" fmla="*/ 72 h 72"/>
                  <a:gd name="T24" fmla="*/ 52 w 77"/>
                  <a:gd name="T25" fmla="*/ 71 h 72"/>
                  <a:gd name="T26" fmla="*/ 48 w 77"/>
                  <a:gd name="T27" fmla="*/ 60 h 72"/>
                  <a:gd name="T28" fmla="*/ 31 w 77"/>
                  <a:gd name="T29" fmla="*/ 37 h 72"/>
                  <a:gd name="T30" fmla="*/ 26 w 77"/>
                  <a:gd name="T31" fmla="*/ 33 h 72"/>
                  <a:gd name="T32" fmla="*/ 13 w 77"/>
                  <a:gd name="T33" fmla="*/ 27 h 72"/>
                  <a:gd name="T34" fmla="*/ 2 w 77"/>
                  <a:gd name="T35" fmla="*/ 31 h 72"/>
                  <a:gd name="T36" fmla="*/ 1 w 77"/>
                  <a:gd name="T37" fmla="*/ 32 h 72"/>
                  <a:gd name="T38" fmla="*/ 0 w 77"/>
                  <a:gd name="T39" fmla="*/ 30 h 72"/>
                  <a:gd name="T40" fmla="*/ 12 w 77"/>
                  <a:gd name="T41" fmla="*/ 1 h 72"/>
                  <a:gd name="T42" fmla="*/ 13 w 77"/>
                  <a:gd name="T43" fmla="*/ 0 h 72"/>
                  <a:gd name="T44" fmla="*/ 13 w 77"/>
                  <a:gd name="T45" fmla="*/ 3 h 72"/>
                  <a:gd name="T46" fmla="*/ 18 w 77"/>
                  <a:gd name="T47" fmla="*/ 12 h 72"/>
                  <a:gd name="T48" fmla="*/ 30 w 77"/>
                  <a:gd name="T49" fmla="*/ 17 h 72"/>
                  <a:gd name="T50" fmla="*/ 34 w 77"/>
                  <a:gd name="T51" fmla="*/ 18 h 72"/>
                  <a:gd name="T52" fmla="*/ 67 w 77"/>
                  <a:gd name="T53" fmla="*/ 14 h 72"/>
                  <a:gd name="T54" fmla="*/ 76 w 77"/>
                  <a:gd name="T55" fmla="*/ 8 h 72"/>
                  <a:gd name="T56" fmla="*/ 77 w 77"/>
                  <a:gd name="T57" fmla="*/ 10 h 72"/>
                  <a:gd name="T58" fmla="*/ 66 w 77"/>
                  <a:gd name="T59" fmla="*/ 39 h 72"/>
                  <a:gd name="T60" fmla="*/ 64 w 77"/>
                  <a:gd name="T61" fmla="*/ 4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72">
                    <a:moveTo>
                      <a:pt x="64" y="40"/>
                    </a:moveTo>
                    <a:cubicBezTo>
                      <a:pt x="65" y="39"/>
                      <a:pt x="65" y="38"/>
                      <a:pt x="65" y="37"/>
                    </a:cubicBezTo>
                    <a:cubicBezTo>
                      <a:pt x="67" y="31"/>
                      <a:pt x="66" y="30"/>
                      <a:pt x="59" y="30"/>
                    </a:cubicBezTo>
                    <a:cubicBezTo>
                      <a:pt x="54" y="31"/>
                      <a:pt x="50" y="31"/>
                      <a:pt x="45" y="32"/>
                    </a:cubicBezTo>
                    <a:cubicBezTo>
                      <a:pt x="42" y="32"/>
                      <a:pt x="40" y="32"/>
                      <a:pt x="37" y="32"/>
                    </a:cubicBezTo>
                    <a:cubicBezTo>
                      <a:pt x="36" y="33"/>
                      <a:pt x="35" y="33"/>
                      <a:pt x="33" y="33"/>
                    </a:cubicBezTo>
                    <a:cubicBezTo>
                      <a:pt x="35" y="36"/>
                      <a:pt x="37" y="39"/>
                      <a:pt x="39" y="41"/>
                    </a:cubicBezTo>
                    <a:cubicBezTo>
                      <a:pt x="41" y="45"/>
                      <a:pt x="44" y="48"/>
                      <a:pt x="47" y="52"/>
                    </a:cubicBezTo>
                    <a:cubicBezTo>
                      <a:pt x="48" y="53"/>
                      <a:pt x="49" y="55"/>
                      <a:pt x="50" y="56"/>
                    </a:cubicBezTo>
                    <a:cubicBezTo>
                      <a:pt x="53" y="58"/>
                      <a:pt x="55" y="58"/>
                      <a:pt x="57" y="55"/>
                    </a:cubicBezTo>
                    <a:cubicBezTo>
                      <a:pt x="58" y="54"/>
                      <a:pt x="59" y="53"/>
                      <a:pt x="60" y="51"/>
                    </a:cubicBezTo>
                    <a:cubicBezTo>
                      <a:pt x="60" y="55"/>
                      <a:pt x="56" y="68"/>
                      <a:pt x="53" y="72"/>
                    </a:cubicBezTo>
                    <a:cubicBezTo>
                      <a:pt x="53" y="71"/>
                      <a:pt x="52" y="71"/>
                      <a:pt x="52" y="71"/>
                    </a:cubicBezTo>
                    <a:cubicBezTo>
                      <a:pt x="52" y="67"/>
                      <a:pt x="50" y="64"/>
                      <a:pt x="48" y="60"/>
                    </a:cubicBezTo>
                    <a:cubicBezTo>
                      <a:pt x="42" y="53"/>
                      <a:pt x="37" y="45"/>
                      <a:pt x="31" y="37"/>
                    </a:cubicBezTo>
                    <a:cubicBezTo>
                      <a:pt x="30" y="35"/>
                      <a:pt x="29" y="34"/>
                      <a:pt x="26" y="33"/>
                    </a:cubicBezTo>
                    <a:cubicBezTo>
                      <a:pt x="22" y="31"/>
                      <a:pt x="17" y="29"/>
                      <a:pt x="13" y="27"/>
                    </a:cubicBezTo>
                    <a:cubicBezTo>
                      <a:pt x="7" y="25"/>
                      <a:pt x="6" y="25"/>
                      <a:pt x="2" y="31"/>
                    </a:cubicBezTo>
                    <a:cubicBezTo>
                      <a:pt x="2" y="31"/>
                      <a:pt x="1" y="31"/>
                      <a:pt x="1" y="32"/>
                    </a:cubicBezTo>
                    <a:cubicBezTo>
                      <a:pt x="1" y="31"/>
                      <a:pt x="0" y="31"/>
                      <a:pt x="0" y="30"/>
                    </a:cubicBezTo>
                    <a:cubicBezTo>
                      <a:pt x="4" y="20"/>
                      <a:pt x="8" y="11"/>
                      <a:pt x="12" y="1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12" y="8"/>
                      <a:pt x="13" y="10"/>
                      <a:pt x="18" y="12"/>
                    </a:cubicBezTo>
                    <a:cubicBezTo>
                      <a:pt x="22" y="14"/>
                      <a:pt x="26" y="16"/>
                      <a:pt x="30" y="17"/>
                    </a:cubicBezTo>
                    <a:cubicBezTo>
                      <a:pt x="31" y="18"/>
                      <a:pt x="33" y="18"/>
                      <a:pt x="34" y="18"/>
                    </a:cubicBezTo>
                    <a:cubicBezTo>
                      <a:pt x="45" y="17"/>
                      <a:pt x="56" y="15"/>
                      <a:pt x="67" y="14"/>
                    </a:cubicBezTo>
                    <a:cubicBezTo>
                      <a:pt x="70" y="13"/>
                      <a:pt x="74" y="12"/>
                      <a:pt x="76" y="8"/>
                    </a:cubicBezTo>
                    <a:cubicBezTo>
                      <a:pt x="77" y="9"/>
                      <a:pt x="77" y="10"/>
                      <a:pt x="77" y="10"/>
                    </a:cubicBezTo>
                    <a:cubicBezTo>
                      <a:pt x="74" y="20"/>
                      <a:pt x="70" y="29"/>
                      <a:pt x="66" y="39"/>
                    </a:cubicBezTo>
                    <a:cubicBezTo>
                      <a:pt x="66" y="39"/>
                      <a:pt x="66" y="39"/>
                      <a:pt x="64" y="4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57"/>
              <p:cNvSpPr/>
              <p:nvPr/>
            </p:nvSpPr>
            <p:spPr bwMode="auto">
              <a:xfrm>
                <a:off x="8098858" y="23484939"/>
                <a:ext cx="479759" cy="424705"/>
              </a:xfrm>
              <a:custGeom>
                <a:avLst/>
                <a:gdLst>
                  <a:gd name="T0" fmla="*/ 5 w 68"/>
                  <a:gd name="T1" fmla="*/ 10 h 61"/>
                  <a:gd name="T2" fmla="*/ 5 w 68"/>
                  <a:gd name="T3" fmla="*/ 13 h 61"/>
                  <a:gd name="T4" fmla="*/ 12 w 68"/>
                  <a:gd name="T5" fmla="*/ 20 h 61"/>
                  <a:gd name="T6" fmla="*/ 37 w 68"/>
                  <a:gd name="T7" fmla="*/ 22 h 61"/>
                  <a:gd name="T8" fmla="*/ 61 w 68"/>
                  <a:gd name="T9" fmla="*/ 23 h 61"/>
                  <a:gd name="T10" fmla="*/ 64 w 68"/>
                  <a:gd name="T11" fmla="*/ 23 h 61"/>
                  <a:gd name="T12" fmla="*/ 63 w 68"/>
                  <a:gd name="T13" fmla="*/ 14 h 61"/>
                  <a:gd name="T14" fmla="*/ 58 w 68"/>
                  <a:gd name="T15" fmla="*/ 6 h 61"/>
                  <a:gd name="T16" fmla="*/ 50 w 68"/>
                  <a:gd name="T17" fmla="*/ 1 h 61"/>
                  <a:gd name="T18" fmla="*/ 68 w 68"/>
                  <a:gd name="T19" fmla="*/ 2 h 61"/>
                  <a:gd name="T20" fmla="*/ 64 w 68"/>
                  <a:gd name="T21" fmla="*/ 61 h 61"/>
                  <a:gd name="T22" fmla="*/ 46 w 68"/>
                  <a:gd name="T23" fmla="*/ 60 h 61"/>
                  <a:gd name="T24" fmla="*/ 47 w 68"/>
                  <a:gd name="T25" fmla="*/ 57 h 61"/>
                  <a:gd name="T26" fmla="*/ 49 w 68"/>
                  <a:gd name="T27" fmla="*/ 57 h 61"/>
                  <a:gd name="T28" fmla="*/ 63 w 68"/>
                  <a:gd name="T29" fmla="*/ 40 h 61"/>
                  <a:gd name="T30" fmla="*/ 60 w 68"/>
                  <a:gd name="T31" fmla="*/ 39 h 61"/>
                  <a:gd name="T32" fmla="*/ 17 w 68"/>
                  <a:gd name="T33" fmla="*/ 36 h 61"/>
                  <a:gd name="T34" fmla="*/ 12 w 68"/>
                  <a:gd name="T35" fmla="*/ 35 h 61"/>
                  <a:gd name="T36" fmla="*/ 3 w 68"/>
                  <a:gd name="T37" fmla="*/ 41 h 61"/>
                  <a:gd name="T38" fmla="*/ 2 w 68"/>
                  <a:gd name="T39" fmla="*/ 45 h 61"/>
                  <a:gd name="T40" fmla="*/ 2 w 68"/>
                  <a:gd name="T41" fmla="*/ 36 h 61"/>
                  <a:gd name="T42" fmla="*/ 2 w 68"/>
                  <a:gd name="T43" fmla="*/ 27 h 61"/>
                  <a:gd name="T44" fmla="*/ 3 w 68"/>
                  <a:gd name="T45" fmla="*/ 18 h 61"/>
                  <a:gd name="T46" fmla="*/ 4 w 68"/>
                  <a:gd name="T47" fmla="*/ 9 h 61"/>
                  <a:gd name="T48" fmla="*/ 5 w 68"/>
                  <a:gd name="T49" fmla="*/ 1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8" h="61">
                    <a:moveTo>
                      <a:pt x="5" y="10"/>
                    </a:moveTo>
                    <a:cubicBezTo>
                      <a:pt x="5" y="11"/>
                      <a:pt x="5" y="12"/>
                      <a:pt x="5" y="13"/>
                    </a:cubicBezTo>
                    <a:cubicBezTo>
                      <a:pt x="6" y="17"/>
                      <a:pt x="8" y="19"/>
                      <a:pt x="12" y="20"/>
                    </a:cubicBezTo>
                    <a:cubicBezTo>
                      <a:pt x="20" y="20"/>
                      <a:pt x="29" y="21"/>
                      <a:pt x="37" y="22"/>
                    </a:cubicBezTo>
                    <a:cubicBezTo>
                      <a:pt x="45" y="22"/>
                      <a:pt x="53" y="23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5" y="20"/>
                      <a:pt x="64" y="17"/>
                      <a:pt x="63" y="14"/>
                    </a:cubicBezTo>
                    <a:cubicBezTo>
                      <a:pt x="62" y="10"/>
                      <a:pt x="61" y="8"/>
                      <a:pt x="58" y="6"/>
                    </a:cubicBezTo>
                    <a:cubicBezTo>
                      <a:pt x="55" y="4"/>
                      <a:pt x="52" y="3"/>
                      <a:pt x="50" y="1"/>
                    </a:cubicBezTo>
                    <a:cubicBezTo>
                      <a:pt x="56" y="0"/>
                      <a:pt x="62" y="1"/>
                      <a:pt x="68" y="2"/>
                    </a:cubicBezTo>
                    <a:cubicBezTo>
                      <a:pt x="67" y="21"/>
                      <a:pt x="65" y="41"/>
                      <a:pt x="64" y="61"/>
                    </a:cubicBezTo>
                    <a:cubicBezTo>
                      <a:pt x="58" y="61"/>
                      <a:pt x="52" y="61"/>
                      <a:pt x="46" y="60"/>
                    </a:cubicBezTo>
                    <a:cubicBezTo>
                      <a:pt x="46" y="59"/>
                      <a:pt x="46" y="58"/>
                      <a:pt x="47" y="57"/>
                    </a:cubicBezTo>
                    <a:cubicBezTo>
                      <a:pt x="47" y="57"/>
                      <a:pt x="48" y="57"/>
                      <a:pt x="49" y="57"/>
                    </a:cubicBezTo>
                    <a:cubicBezTo>
                      <a:pt x="58" y="55"/>
                      <a:pt x="63" y="50"/>
                      <a:pt x="63" y="40"/>
                    </a:cubicBezTo>
                    <a:cubicBezTo>
                      <a:pt x="62" y="39"/>
                      <a:pt x="61" y="39"/>
                      <a:pt x="60" y="39"/>
                    </a:cubicBezTo>
                    <a:cubicBezTo>
                      <a:pt x="46" y="38"/>
                      <a:pt x="31" y="37"/>
                      <a:pt x="17" y="36"/>
                    </a:cubicBezTo>
                    <a:cubicBezTo>
                      <a:pt x="15" y="36"/>
                      <a:pt x="13" y="35"/>
                      <a:pt x="12" y="35"/>
                    </a:cubicBezTo>
                    <a:cubicBezTo>
                      <a:pt x="7" y="35"/>
                      <a:pt x="4" y="36"/>
                      <a:pt x="3" y="41"/>
                    </a:cubicBezTo>
                    <a:cubicBezTo>
                      <a:pt x="3" y="42"/>
                      <a:pt x="3" y="43"/>
                      <a:pt x="2" y="45"/>
                    </a:cubicBezTo>
                    <a:cubicBezTo>
                      <a:pt x="0" y="41"/>
                      <a:pt x="2" y="38"/>
                      <a:pt x="2" y="36"/>
                    </a:cubicBezTo>
                    <a:cubicBezTo>
                      <a:pt x="2" y="33"/>
                      <a:pt x="2" y="30"/>
                      <a:pt x="2" y="27"/>
                    </a:cubicBezTo>
                    <a:cubicBezTo>
                      <a:pt x="2" y="24"/>
                      <a:pt x="2" y="21"/>
                      <a:pt x="3" y="18"/>
                    </a:cubicBezTo>
                    <a:cubicBezTo>
                      <a:pt x="3" y="15"/>
                      <a:pt x="2" y="12"/>
                      <a:pt x="4" y="9"/>
                    </a:cubicBezTo>
                    <a:cubicBezTo>
                      <a:pt x="4" y="9"/>
                      <a:pt x="4" y="10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58"/>
              <p:cNvSpPr/>
              <p:nvPr/>
            </p:nvSpPr>
            <p:spPr bwMode="auto">
              <a:xfrm>
                <a:off x="6510147" y="20480543"/>
                <a:ext cx="432570" cy="542679"/>
              </a:xfrm>
              <a:custGeom>
                <a:avLst/>
                <a:gdLst>
                  <a:gd name="T0" fmla="*/ 6 w 61"/>
                  <a:gd name="T1" fmla="*/ 77 h 77"/>
                  <a:gd name="T2" fmla="*/ 5 w 61"/>
                  <a:gd name="T3" fmla="*/ 71 h 77"/>
                  <a:gd name="T4" fmla="*/ 5 w 61"/>
                  <a:gd name="T5" fmla="*/ 14 h 77"/>
                  <a:gd name="T6" fmla="*/ 0 w 61"/>
                  <a:gd name="T7" fmla="*/ 1 h 77"/>
                  <a:gd name="T8" fmla="*/ 29 w 61"/>
                  <a:gd name="T9" fmla="*/ 14 h 77"/>
                  <a:gd name="T10" fmla="*/ 25 w 61"/>
                  <a:gd name="T11" fmla="*/ 13 h 77"/>
                  <a:gd name="T12" fmla="*/ 20 w 61"/>
                  <a:gd name="T13" fmla="*/ 16 h 77"/>
                  <a:gd name="T14" fmla="*/ 20 w 61"/>
                  <a:gd name="T15" fmla="*/ 19 h 77"/>
                  <a:gd name="T16" fmla="*/ 19 w 61"/>
                  <a:gd name="T17" fmla="*/ 55 h 77"/>
                  <a:gd name="T18" fmla="*/ 20 w 61"/>
                  <a:gd name="T19" fmla="*/ 57 h 77"/>
                  <a:gd name="T20" fmla="*/ 21 w 61"/>
                  <a:gd name="T21" fmla="*/ 57 h 77"/>
                  <a:gd name="T22" fmla="*/ 45 w 61"/>
                  <a:gd name="T23" fmla="*/ 31 h 77"/>
                  <a:gd name="T24" fmla="*/ 45 w 61"/>
                  <a:gd name="T25" fmla="*/ 31 h 77"/>
                  <a:gd name="T26" fmla="*/ 44 w 61"/>
                  <a:gd name="T27" fmla="*/ 21 h 77"/>
                  <a:gd name="T28" fmla="*/ 43 w 61"/>
                  <a:gd name="T29" fmla="*/ 19 h 77"/>
                  <a:gd name="T30" fmla="*/ 61 w 61"/>
                  <a:gd name="T31" fmla="*/ 26 h 77"/>
                  <a:gd name="T32" fmla="*/ 59 w 61"/>
                  <a:gd name="T33" fmla="*/ 27 h 77"/>
                  <a:gd name="T34" fmla="*/ 49 w 61"/>
                  <a:gd name="T35" fmla="*/ 32 h 77"/>
                  <a:gd name="T36" fmla="*/ 10 w 61"/>
                  <a:gd name="T37" fmla="*/ 73 h 77"/>
                  <a:gd name="T38" fmla="*/ 6 w 61"/>
                  <a:gd name="T39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1" h="77">
                    <a:moveTo>
                      <a:pt x="6" y="77"/>
                    </a:moveTo>
                    <a:cubicBezTo>
                      <a:pt x="5" y="74"/>
                      <a:pt x="5" y="73"/>
                      <a:pt x="5" y="71"/>
                    </a:cubicBezTo>
                    <a:cubicBezTo>
                      <a:pt x="5" y="52"/>
                      <a:pt x="5" y="33"/>
                      <a:pt x="5" y="14"/>
                    </a:cubicBezTo>
                    <a:cubicBezTo>
                      <a:pt x="5" y="9"/>
                      <a:pt x="5" y="4"/>
                      <a:pt x="0" y="1"/>
                    </a:cubicBezTo>
                    <a:cubicBezTo>
                      <a:pt x="4" y="0"/>
                      <a:pt x="26" y="10"/>
                      <a:pt x="29" y="14"/>
                    </a:cubicBezTo>
                    <a:cubicBezTo>
                      <a:pt x="28" y="13"/>
                      <a:pt x="27" y="13"/>
                      <a:pt x="25" y="13"/>
                    </a:cubicBezTo>
                    <a:cubicBezTo>
                      <a:pt x="22" y="12"/>
                      <a:pt x="21" y="13"/>
                      <a:pt x="20" y="16"/>
                    </a:cubicBezTo>
                    <a:cubicBezTo>
                      <a:pt x="20" y="17"/>
                      <a:pt x="20" y="18"/>
                      <a:pt x="20" y="19"/>
                    </a:cubicBezTo>
                    <a:cubicBezTo>
                      <a:pt x="19" y="31"/>
                      <a:pt x="19" y="43"/>
                      <a:pt x="19" y="55"/>
                    </a:cubicBezTo>
                    <a:cubicBezTo>
                      <a:pt x="19" y="55"/>
                      <a:pt x="19" y="56"/>
                      <a:pt x="20" y="57"/>
                    </a:cubicBezTo>
                    <a:cubicBezTo>
                      <a:pt x="20" y="57"/>
                      <a:pt x="21" y="57"/>
                      <a:pt x="21" y="57"/>
                    </a:cubicBezTo>
                    <a:cubicBezTo>
                      <a:pt x="29" y="48"/>
                      <a:pt x="37" y="40"/>
                      <a:pt x="45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9" y="26"/>
                      <a:pt x="49" y="24"/>
                      <a:pt x="44" y="21"/>
                    </a:cubicBezTo>
                    <a:cubicBezTo>
                      <a:pt x="43" y="20"/>
                      <a:pt x="43" y="20"/>
                      <a:pt x="43" y="19"/>
                    </a:cubicBezTo>
                    <a:cubicBezTo>
                      <a:pt x="49" y="20"/>
                      <a:pt x="55" y="23"/>
                      <a:pt x="61" y="26"/>
                    </a:cubicBezTo>
                    <a:cubicBezTo>
                      <a:pt x="60" y="27"/>
                      <a:pt x="60" y="27"/>
                      <a:pt x="59" y="27"/>
                    </a:cubicBezTo>
                    <a:cubicBezTo>
                      <a:pt x="55" y="27"/>
                      <a:pt x="52" y="29"/>
                      <a:pt x="49" y="32"/>
                    </a:cubicBezTo>
                    <a:cubicBezTo>
                      <a:pt x="36" y="46"/>
                      <a:pt x="23" y="60"/>
                      <a:pt x="10" y="73"/>
                    </a:cubicBezTo>
                    <a:cubicBezTo>
                      <a:pt x="9" y="74"/>
                      <a:pt x="8" y="75"/>
                      <a:pt x="6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59"/>
              <p:cNvSpPr/>
              <p:nvPr/>
            </p:nvSpPr>
            <p:spPr bwMode="auto">
              <a:xfrm>
                <a:off x="2585558" y="22053525"/>
                <a:ext cx="495489" cy="432570"/>
              </a:xfrm>
              <a:custGeom>
                <a:avLst/>
                <a:gdLst>
                  <a:gd name="T0" fmla="*/ 0 w 71"/>
                  <a:gd name="T1" fmla="*/ 32 h 61"/>
                  <a:gd name="T2" fmla="*/ 15 w 71"/>
                  <a:gd name="T3" fmla="*/ 0 h 61"/>
                  <a:gd name="T4" fmla="*/ 14 w 71"/>
                  <a:gd name="T5" fmla="*/ 3 h 61"/>
                  <a:gd name="T6" fmla="*/ 19 w 71"/>
                  <a:gd name="T7" fmla="*/ 13 h 61"/>
                  <a:gd name="T8" fmla="*/ 58 w 71"/>
                  <a:gd name="T9" fmla="*/ 33 h 61"/>
                  <a:gd name="T10" fmla="*/ 68 w 71"/>
                  <a:gd name="T11" fmla="*/ 31 h 61"/>
                  <a:gd name="T12" fmla="*/ 71 w 71"/>
                  <a:gd name="T13" fmla="*/ 28 h 61"/>
                  <a:gd name="T14" fmla="*/ 56 w 71"/>
                  <a:gd name="T15" fmla="*/ 61 h 61"/>
                  <a:gd name="T16" fmla="*/ 56 w 71"/>
                  <a:gd name="T17" fmla="*/ 57 h 61"/>
                  <a:gd name="T18" fmla="*/ 52 w 71"/>
                  <a:gd name="T19" fmla="*/ 47 h 61"/>
                  <a:gd name="T20" fmla="*/ 13 w 71"/>
                  <a:gd name="T21" fmla="*/ 28 h 61"/>
                  <a:gd name="T22" fmla="*/ 1 w 71"/>
                  <a:gd name="T23" fmla="*/ 30 h 61"/>
                  <a:gd name="T24" fmla="*/ 0 w 71"/>
                  <a:gd name="T25" fmla="*/ 3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61">
                    <a:moveTo>
                      <a:pt x="0" y="32"/>
                    </a:moveTo>
                    <a:cubicBezTo>
                      <a:pt x="0" y="27"/>
                      <a:pt x="11" y="4"/>
                      <a:pt x="15" y="0"/>
                    </a:cubicBezTo>
                    <a:cubicBezTo>
                      <a:pt x="14" y="1"/>
                      <a:pt x="14" y="2"/>
                      <a:pt x="14" y="3"/>
                    </a:cubicBezTo>
                    <a:cubicBezTo>
                      <a:pt x="13" y="9"/>
                      <a:pt x="14" y="11"/>
                      <a:pt x="19" y="13"/>
                    </a:cubicBezTo>
                    <a:cubicBezTo>
                      <a:pt x="32" y="20"/>
                      <a:pt x="45" y="27"/>
                      <a:pt x="58" y="33"/>
                    </a:cubicBezTo>
                    <a:cubicBezTo>
                      <a:pt x="63" y="36"/>
                      <a:pt x="65" y="35"/>
                      <a:pt x="68" y="31"/>
                    </a:cubicBezTo>
                    <a:cubicBezTo>
                      <a:pt x="69" y="30"/>
                      <a:pt x="70" y="29"/>
                      <a:pt x="71" y="28"/>
                    </a:cubicBezTo>
                    <a:cubicBezTo>
                      <a:pt x="70" y="32"/>
                      <a:pt x="60" y="56"/>
                      <a:pt x="56" y="61"/>
                    </a:cubicBezTo>
                    <a:cubicBezTo>
                      <a:pt x="56" y="59"/>
                      <a:pt x="56" y="58"/>
                      <a:pt x="56" y="57"/>
                    </a:cubicBezTo>
                    <a:cubicBezTo>
                      <a:pt x="57" y="52"/>
                      <a:pt x="56" y="50"/>
                      <a:pt x="52" y="47"/>
                    </a:cubicBezTo>
                    <a:cubicBezTo>
                      <a:pt x="39" y="41"/>
                      <a:pt x="26" y="34"/>
                      <a:pt x="13" y="28"/>
                    </a:cubicBezTo>
                    <a:cubicBezTo>
                      <a:pt x="7" y="25"/>
                      <a:pt x="6" y="25"/>
                      <a:pt x="1" y="30"/>
                    </a:cubicBezTo>
                    <a:cubicBezTo>
                      <a:pt x="1" y="31"/>
                      <a:pt x="1" y="31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60"/>
              <p:cNvSpPr/>
              <p:nvPr/>
            </p:nvSpPr>
            <p:spPr bwMode="auto">
              <a:xfrm>
                <a:off x="8090993" y="22863611"/>
                <a:ext cx="479759" cy="314596"/>
              </a:xfrm>
              <a:custGeom>
                <a:avLst/>
                <a:gdLst>
                  <a:gd name="T0" fmla="*/ 5 w 69"/>
                  <a:gd name="T1" fmla="*/ 45 h 45"/>
                  <a:gd name="T2" fmla="*/ 0 w 69"/>
                  <a:gd name="T3" fmla="*/ 13 h 45"/>
                  <a:gd name="T4" fmla="*/ 1 w 69"/>
                  <a:gd name="T5" fmla="*/ 11 h 45"/>
                  <a:gd name="T6" fmla="*/ 3 w 69"/>
                  <a:gd name="T7" fmla="*/ 15 h 45"/>
                  <a:gd name="T8" fmla="*/ 11 w 69"/>
                  <a:gd name="T9" fmla="*/ 19 h 45"/>
                  <a:gd name="T10" fmla="*/ 47 w 69"/>
                  <a:gd name="T11" fmla="*/ 13 h 45"/>
                  <a:gd name="T12" fmla="*/ 55 w 69"/>
                  <a:gd name="T13" fmla="*/ 12 h 45"/>
                  <a:gd name="T14" fmla="*/ 62 w 69"/>
                  <a:gd name="T15" fmla="*/ 5 h 45"/>
                  <a:gd name="T16" fmla="*/ 62 w 69"/>
                  <a:gd name="T17" fmla="*/ 0 h 45"/>
                  <a:gd name="T18" fmla="*/ 64 w 69"/>
                  <a:gd name="T19" fmla="*/ 3 h 45"/>
                  <a:gd name="T20" fmla="*/ 69 w 69"/>
                  <a:gd name="T21" fmla="*/ 35 h 45"/>
                  <a:gd name="T22" fmla="*/ 67 w 69"/>
                  <a:gd name="T23" fmla="*/ 35 h 45"/>
                  <a:gd name="T24" fmla="*/ 66 w 69"/>
                  <a:gd name="T25" fmla="*/ 33 h 45"/>
                  <a:gd name="T26" fmla="*/ 57 w 69"/>
                  <a:gd name="T27" fmla="*/ 27 h 45"/>
                  <a:gd name="T28" fmla="*/ 14 w 69"/>
                  <a:gd name="T29" fmla="*/ 35 h 45"/>
                  <a:gd name="T30" fmla="*/ 7 w 69"/>
                  <a:gd name="T31" fmla="*/ 42 h 45"/>
                  <a:gd name="T32" fmla="*/ 6 w 69"/>
                  <a:gd name="T33" fmla="*/ 45 h 45"/>
                  <a:gd name="T34" fmla="*/ 5 w 69"/>
                  <a:gd name="T3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45">
                    <a:moveTo>
                      <a:pt x="5" y="45"/>
                    </a:moveTo>
                    <a:cubicBezTo>
                      <a:pt x="3" y="35"/>
                      <a:pt x="2" y="24"/>
                      <a:pt x="0" y="13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2" y="13"/>
                      <a:pt x="2" y="14"/>
                      <a:pt x="3" y="15"/>
                    </a:cubicBezTo>
                    <a:cubicBezTo>
                      <a:pt x="5" y="19"/>
                      <a:pt x="6" y="20"/>
                      <a:pt x="11" y="19"/>
                    </a:cubicBezTo>
                    <a:cubicBezTo>
                      <a:pt x="23" y="17"/>
                      <a:pt x="35" y="15"/>
                      <a:pt x="47" y="13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60" y="11"/>
                      <a:pt x="61" y="9"/>
                      <a:pt x="62" y="5"/>
                    </a:cubicBezTo>
                    <a:cubicBezTo>
                      <a:pt x="62" y="4"/>
                      <a:pt x="62" y="3"/>
                      <a:pt x="62" y="0"/>
                    </a:cubicBezTo>
                    <a:cubicBezTo>
                      <a:pt x="63" y="2"/>
                      <a:pt x="64" y="3"/>
                      <a:pt x="64" y="3"/>
                    </a:cubicBezTo>
                    <a:cubicBezTo>
                      <a:pt x="65" y="14"/>
                      <a:pt x="67" y="24"/>
                      <a:pt x="69" y="35"/>
                    </a:cubicBezTo>
                    <a:cubicBezTo>
                      <a:pt x="68" y="35"/>
                      <a:pt x="68" y="35"/>
                      <a:pt x="67" y="35"/>
                    </a:cubicBezTo>
                    <a:cubicBezTo>
                      <a:pt x="67" y="35"/>
                      <a:pt x="66" y="34"/>
                      <a:pt x="66" y="33"/>
                    </a:cubicBezTo>
                    <a:cubicBezTo>
                      <a:pt x="64" y="28"/>
                      <a:pt x="62" y="27"/>
                      <a:pt x="57" y="27"/>
                    </a:cubicBezTo>
                    <a:cubicBezTo>
                      <a:pt x="43" y="30"/>
                      <a:pt x="28" y="32"/>
                      <a:pt x="14" y="35"/>
                    </a:cubicBezTo>
                    <a:cubicBezTo>
                      <a:pt x="9" y="35"/>
                      <a:pt x="7" y="37"/>
                      <a:pt x="7" y="42"/>
                    </a:cubicBezTo>
                    <a:cubicBezTo>
                      <a:pt x="7" y="43"/>
                      <a:pt x="6" y="44"/>
                      <a:pt x="6" y="45"/>
                    </a:cubicBezTo>
                    <a:cubicBezTo>
                      <a:pt x="6" y="45"/>
                      <a:pt x="5" y="45"/>
                      <a:pt x="5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61"/>
              <p:cNvSpPr/>
              <p:nvPr/>
            </p:nvSpPr>
            <p:spPr bwMode="auto">
              <a:xfrm>
                <a:off x="5865225" y="20346840"/>
                <a:ext cx="291002" cy="487624"/>
              </a:xfrm>
              <a:custGeom>
                <a:avLst/>
                <a:gdLst>
                  <a:gd name="T0" fmla="*/ 1 w 42"/>
                  <a:gd name="T1" fmla="*/ 64 h 70"/>
                  <a:gd name="T2" fmla="*/ 4 w 42"/>
                  <a:gd name="T3" fmla="*/ 64 h 70"/>
                  <a:gd name="T4" fmla="*/ 10 w 42"/>
                  <a:gd name="T5" fmla="*/ 57 h 70"/>
                  <a:gd name="T6" fmla="*/ 13 w 42"/>
                  <a:gd name="T7" fmla="*/ 41 h 70"/>
                  <a:gd name="T8" fmla="*/ 16 w 42"/>
                  <a:gd name="T9" fmla="*/ 14 h 70"/>
                  <a:gd name="T10" fmla="*/ 17 w 42"/>
                  <a:gd name="T11" fmla="*/ 10 h 70"/>
                  <a:gd name="T12" fmla="*/ 11 w 42"/>
                  <a:gd name="T13" fmla="*/ 2 h 70"/>
                  <a:gd name="T14" fmla="*/ 9 w 42"/>
                  <a:gd name="T15" fmla="*/ 0 h 70"/>
                  <a:gd name="T16" fmla="*/ 42 w 42"/>
                  <a:gd name="T17" fmla="*/ 4 h 70"/>
                  <a:gd name="T18" fmla="*/ 42 w 42"/>
                  <a:gd name="T19" fmla="*/ 5 h 70"/>
                  <a:gd name="T20" fmla="*/ 39 w 42"/>
                  <a:gd name="T21" fmla="*/ 6 h 70"/>
                  <a:gd name="T22" fmla="*/ 32 w 42"/>
                  <a:gd name="T23" fmla="*/ 13 h 70"/>
                  <a:gd name="T24" fmla="*/ 27 w 42"/>
                  <a:gd name="T25" fmla="*/ 47 h 70"/>
                  <a:gd name="T26" fmla="*/ 25 w 42"/>
                  <a:gd name="T27" fmla="*/ 58 h 70"/>
                  <a:gd name="T28" fmla="*/ 31 w 42"/>
                  <a:gd name="T29" fmla="*/ 68 h 70"/>
                  <a:gd name="T30" fmla="*/ 33 w 42"/>
                  <a:gd name="T31" fmla="*/ 69 h 70"/>
                  <a:gd name="T32" fmla="*/ 33 w 42"/>
                  <a:gd name="T33" fmla="*/ 70 h 70"/>
                  <a:gd name="T34" fmla="*/ 0 w 42"/>
                  <a:gd name="T35" fmla="*/ 66 h 70"/>
                  <a:gd name="T36" fmla="*/ 1 w 42"/>
                  <a:gd name="T37" fmla="*/ 6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0">
                    <a:moveTo>
                      <a:pt x="1" y="64"/>
                    </a:moveTo>
                    <a:cubicBezTo>
                      <a:pt x="2" y="64"/>
                      <a:pt x="3" y="64"/>
                      <a:pt x="4" y="64"/>
                    </a:cubicBezTo>
                    <a:cubicBezTo>
                      <a:pt x="8" y="63"/>
                      <a:pt x="10" y="62"/>
                      <a:pt x="10" y="57"/>
                    </a:cubicBezTo>
                    <a:cubicBezTo>
                      <a:pt x="11" y="52"/>
                      <a:pt x="12" y="47"/>
                      <a:pt x="13" y="41"/>
                    </a:cubicBezTo>
                    <a:cubicBezTo>
                      <a:pt x="14" y="32"/>
                      <a:pt x="15" y="23"/>
                      <a:pt x="16" y="14"/>
                    </a:cubicBezTo>
                    <a:cubicBezTo>
                      <a:pt x="16" y="13"/>
                      <a:pt x="17" y="12"/>
                      <a:pt x="17" y="10"/>
                    </a:cubicBezTo>
                    <a:cubicBezTo>
                      <a:pt x="17" y="5"/>
                      <a:pt x="16" y="4"/>
                      <a:pt x="11" y="2"/>
                    </a:cubicBezTo>
                    <a:cubicBezTo>
                      <a:pt x="10" y="1"/>
                      <a:pt x="10" y="1"/>
                      <a:pt x="9" y="0"/>
                    </a:cubicBezTo>
                    <a:cubicBezTo>
                      <a:pt x="20" y="1"/>
                      <a:pt x="31" y="2"/>
                      <a:pt x="42" y="4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1" y="5"/>
                      <a:pt x="40" y="6"/>
                      <a:pt x="39" y="6"/>
                    </a:cubicBezTo>
                    <a:cubicBezTo>
                      <a:pt x="34" y="6"/>
                      <a:pt x="32" y="7"/>
                      <a:pt x="32" y="13"/>
                    </a:cubicBezTo>
                    <a:cubicBezTo>
                      <a:pt x="30" y="24"/>
                      <a:pt x="28" y="36"/>
                      <a:pt x="27" y="47"/>
                    </a:cubicBezTo>
                    <a:cubicBezTo>
                      <a:pt x="26" y="51"/>
                      <a:pt x="26" y="55"/>
                      <a:pt x="25" y="58"/>
                    </a:cubicBezTo>
                    <a:cubicBezTo>
                      <a:pt x="25" y="64"/>
                      <a:pt x="26" y="66"/>
                      <a:pt x="31" y="68"/>
                    </a:cubicBezTo>
                    <a:cubicBezTo>
                      <a:pt x="32" y="68"/>
                      <a:pt x="32" y="69"/>
                      <a:pt x="33" y="69"/>
                    </a:cubicBezTo>
                    <a:cubicBezTo>
                      <a:pt x="33" y="69"/>
                      <a:pt x="33" y="69"/>
                      <a:pt x="33" y="70"/>
                    </a:cubicBezTo>
                    <a:cubicBezTo>
                      <a:pt x="22" y="69"/>
                      <a:pt x="11" y="68"/>
                      <a:pt x="0" y="66"/>
                    </a:cubicBezTo>
                    <a:cubicBezTo>
                      <a:pt x="1" y="65"/>
                      <a:pt x="1" y="65"/>
                      <a:pt x="1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62"/>
              <p:cNvSpPr/>
              <p:nvPr/>
            </p:nvSpPr>
            <p:spPr bwMode="auto">
              <a:xfrm>
                <a:off x="4087756" y="25828682"/>
                <a:ext cx="361786" cy="471895"/>
              </a:xfrm>
              <a:custGeom>
                <a:avLst/>
                <a:gdLst>
                  <a:gd name="T0" fmla="*/ 1 w 52"/>
                  <a:gd name="T1" fmla="*/ 51 h 67"/>
                  <a:gd name="T2" fmla="*/ 5 w 52"/>
                  <a:gd name="T3" fmla="*/ 52 h 67"/>
                  <a:gd name="T4" fmla="*/ 16 w 52"/>
                  <a:gd name="T5" fmla="*/ 47 h 67"/>
                  <a:gd name="T6" fmla="*/ 32 w 52"/>
                  <a:gd name="T7" fmla="*/ 12 h 67"/>
                  <a:gd name="T8" fmla="*/ 33 w 52"/>
                  <a:gd name="T9" fmla="*/ 9 h 67"/>
                  <a:gd name="T10" fmla="*/ 29 w 52"/>
                  <a:gd name="T11" fmla="*/ 2 h 67"/>
                  <a:gd name="T12" fmla="*/ 23 w 52"/>
                  <a:gd name="T13" fmla="*/ 1 h 67"/>
                  <a:gd name="T14" fmla="*/ 52 w 52"/>
                  <a:gd name="T15" fmla="*/ 1 h 67"/>
                  <a:gd name="T16" fmla="*/ 51 w 52"/>
                  <a:gd name="T17" fmla="*/ 4 h 67"/>
                  <a:gd name="T18" fmla="*/ 29 w 52"/>
                  <a:gd name="T19" fmla="*/ 52 h 67"/>
                  <a:gd name="T20" fmla="*/ 33 w 52"/>
                  <a:gd name="T21" fmla="*/ 65 h 67"/>
                  <a:gd name="T22" fmla="*/ 34 w 52"/>
                  <a:gd name="T23" fmla="*/ 66 h 67"/>
                  <a:gd name="T24" fmla="*/ 34 w 52"/>
                  <a:gd name="T25" fmla="*/ 67 h 67"/>
                  <a:gd name="T26" fmla="*/ 33 w 52"/>
                  <a:gd name="T27" fmla="*/ 67 h 67"/>
                  <a:gd name="T28" fmla="*/ 2 w 52"/>
                  <a:gd name="T29" fmla="*/ 53 h 67"/>
                  <a:gd name="T30" fmla="*/ 0 w 52"/>
                  <a:gd name="T31" fmla="*/ 52 h 67"/>
                  <a:gd name="T32" fmla="*/ 1 w 52"/>
                  <a:gd name="T33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2" h="67">
                    <a:moveTo>
                      <a:pt x="1" y="51"/>
                    </a:moveTo>
                    <a:cubicBezTo>
                      <a:pt x="2" y="51"/>
                      <a:pt x="4" y="51"/>
                      <a:pt x="5" y="52"/>
                    </a:cubicBezTo>
                    <a:cubicBezTo>
                      <a:pt x="10" y="53"/>
                      <a:pt x="13" y="52"/>
                      <a:pt x="16" y="47"/>
                    </a:cubicBezTo>
                    <a:cubicBezTo>
                      <a:pt x="21" y="35"/>
                      <a:pt x="27" y="23"/>
                      <a:pt x="32" y="12"/>
                    </a:cubicBezTo>
                    <a:cubicBezTo>
                      <a:pt x="33" y="11"/>
                      <a:pt x="33" y="10"/>
                      <a:pt x="33" y="9"/>
                    </a:cubicBezTo>
                    <a:cubicBezTo>
                      <a:pt x="34" y="5"/>
                      <a:pt x="33" y="3"/>
                      <a:pt x="29" y="2"/>
                    </a:cubicBezTo>
                    <a:cubicBezTo>
                      <a:pt x="28" y="2"/>
                      <a:pt x="26" y="2"/>
                      <a:pt x="23" y="1"/>
                    </a:cubicBezTo>
                    <a:cubicBezTo>
                      <a:pt x="27" y="0"/>
                      <a:pt x="44" y="0"/>
                      <a:pt x="52" y="1"/>
                    </a:cubicBezTo>
                    <a:cubicBezTo>
                      <a:pt x="52" y="2"/>
                      <a:pt x="52" y="3"/>
                      <a:pt x="51" y="4"/>
                    </a:cubicBezTo>
                    <a:cubicBezTo>
                      <a:pt x="44" y="20"/>
                      <a:pt x="37" y="36"/>
                      <a:pt x="29" y="52"/>
                    </a:cubicBezTo>
                    <a:cubicBezTo>
                      <a:pt x="26" y="59"/>
                      <a:pt x="26" y="61"/>
                      <a:pt x="33" y="65"/>
                    </a:cubicBezTo>
                    <a:cubicBezTo>
                      <a:pt x="33" y="65"/>
                      <a:pt x="34" y="66"/>
                      <a:pt x="34" y="66"/>
                    </a:cubicBezTo>
                    <a:cubicBezTo>
                      <a:pt x="34" y="66"/>
                      <a:pt x="34" y="67"/>
                      <a:pt x="34" y="67"/>
                    </a:cubicBezTo>
                    <a:cubicBezTo>
                      <a:pt x="34" y="67"/>
                      <a:pt x="33" y="67"/>
                      <a:pt x="33" y="67"/>
                    </a:cubicBezTo>
                    <a:cubicBezTo>
                      <a:pt x="23" y="62"/>
                      <a:pt x="13" y="58"/>
                      <a:pt x="2" y="53"/>
                    </a:cubicBezTo>
                    <a:cubicBezTo>
                      <a:pt x="1" y="53"/>
                      <a:pt x="1" y="52"/>
                      <a:pt x="0" y="52"/>
                    </a:cubicBezTo>
                    <a:cubicBezTo>
                      <a:pt x="1" y="51"/>
                      <a:pt x="1" y="51"/>
                      <a:pt x="1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71"/>
              <p:cNvSpPr>
                <a:spLocks noEditPoints="1"/>
              </p:cNvSpPr>
              <p:nvPr/>
            </p:nvSpPr>
            <p:spPr bwMode="auto">
              <a:xfrm>
                <a:off x="3199023" y="21141194"/>
                <a:ext cx="4561646" cy="4553784"/>
              </a:xfrm>
              <a:custGeom>
                <a:avLst/>
                <a:gdLst>
                  <a:gd name="T0" fmla="*/ 326 w 652"/>
                  <a:gd name="T1" fmla="*/ 652 h 652"/>
                  <a:gd name="T2" fmla="*/ 326 w 652"/>
                  <a:gd name="T3" fmla="*/ 0 h 652"/>
                  <a:gd name="T4" fmla="*/ 300 w 652"/>
                  <a:gd name="T5" fmla="*/ 368 h 652"/>
                  <a:gd name="T6" fmla="*/ 300 w 652"/>
                  <a:gd name="T7" fmla="*/ 408 h 652"/>
                  <a:gd name="T8" fmla="*/ 292 w 652"/>
                  <a:gd name="T9" fmla="*/ 425 h 652"/>
                  <a:gd name="T10" fmla="*/ 239 w 652"/>
                  <a:gd name="T11" fmla="*/ 475 h 652"/>
                  <a:gd name="T12" fmla="*/ 208 w 652"/>
                  <a:gd name="T13" fmla="*/ 558 h 652"/>
                  <a:gd name="T14" fmla="*/ 256 w 652"/>
                  <a:gd name="T15" fmla="*/ 566 h 652"/>
                  <a:gd name="T16" fmla="*/ 264 w 652"/>
                  <a:gd name="T17" fmla="*/ 540 h 652"/>
                  <a:gd name="T18" fmla="*/ 312 w 652"/>
                  <a:gd name="T19" fmla="*/ 473 h 652"/>
                  <a:gd name="T20" fmla="*/ 346 w 652"/>
                  <a:gd name="T21" fmla="*/ 477 h 652"/>
                  <a:gd name="T22" fmla="*/ 390 w 652"/>
                  <a:gd name="T23" fmla="*/ 550 h 652"/>
                  <a:gd name="T24" fmla="*/ 410 w 652"/>
                  <a:gd name="T25" fmla="*/ 582 h 652"/>
                  <a:gd name="T26" fmla="*/ 439 w 652"/>
                  <a:gd name="T27" fmla="*/ 536 h 652"/>
                  <a:gd name="T28" fmla="*/ 360 w 652"/>
                  <a:gd name="T29" fmla="*/ 425 h 652"/>
                  <a:gd name="T30" fmla="*/ 351 w 652"/>
                  <a:gd name="T31" fmla="*/ 372 h 652"/>
                  <a:gd name="T32" fmla="*/ 357 w 652"/>
                  <a:gd name="T33" fmla="*/ 369 h 652"/>
                  <a:gd name="T34" fmla="*/ 453 w 652"/>
                  <a:gd name="T35" fmla="*/ 459 h 652"/>
                  <a:gd name="T36" fmla="*/ 489 w 652"/>
                  <a:gd name="T37" fmla="*/ 522 h 652"/>
                  <a:gd name="T38" fmla="*/ 526 w 652"/>
                  <a:gd name="T39" fmla="*/ 508 h 652"/>
                  <a:gd name="T40" fmla="*/ 512 w 652"/>
                  <a:gd name="T41" fmla="*/ 460 h 652"/>
                  <a:gd name="T42" fmla="*/ 373 w 652"/>
                  <a:gd name="T43" fmla="*/ 322 h 652"/>
                  <a:gd name="T44" fmla="*/ 351 w 652"/>
                  <a:gd name="T45" fmla="*/ 304 h 652"/>
                  <a:gd name="T46" fmla="*/ 306 w 652"/>
                  <a:gd name="T47" fmla="*/ 286 h 652"/>
                  <a:gd name="T48" fmla="*/ 300 w 652"/>
                  <a:gd name="T49" fmla="*/ 316 h 652"/>
                  <a:gd name="T50" fmla="*/ 210 w 652"/>
                  <a:gd name="T51" fmla="*/ 361 h 652"/>
                  <a:gd name="T52" fmla="*/ 128 w 652"/>
                  <a:gd name="T53" fmla="*/ 483 h 652"/>
                  <a:gd name="T54" fmla="*/ 140 w 652"/>
                  <a:gd name="T55" fmla="*/ 526 h 652"/>
                  <a:gd name="T56" fmla="*/ 172 w 652"/>
                  <a:gd name="T57" fmla="*/ 509 h 652"/>
                  <a:gd name="T58" fmla="*/ 246 w 652"/>
                  <a:gd name="T59" fmla="*/ 399 h 652"/>
                  <a:gd name="T60" fmla="*/ 300 w 652"/>
                  <a:gd name="T61" fmla="*/ 368 h 652"/>
                  <a:gd name="T62" fmla="*/ 249 w 652"/>
                  <a:gd name="T63" fmla="*/ 114 h 652"/>
                  <a:gd name="T64" fmla="*/ 123 w 652"/>
                  <a:gd name="T65" fmla="*/ 169 h 652"/>
                  <a:gd name="T66" fmla="*/ 75 w 652"/>
                  <a:gd name="T67" fmla="*/ 214 h 652"/>
                  <a:gd name="T68" fmla="*/ 108 w 652"/>
                  <a:gd name="T69" fmla="*/ 242 h 652"/>
                  <a:gd name="T70" fmla="*/ 158 w 652"/>
                  <a:gd name="T71" fmla="*/ 210 h 652"/>
                  <a:gd name="T72" fmla="*/ 253 w 652"/>
                  <a:gd name="T73" fmla="*/ 164 h 652"/>
                  <a:gd name="T74" fmla="*/ 250 w 652"/>
                  <a:gd name="T75" fmla="*/ 222 h 652"/>
                  <a:gd name="T76" fmla="*/ 65 w 652"/>
                  <a:gd name="T77" fmla="*/ 383 h 652"/>
                  <a:gd name="T78" fmla="*/ 80 w 652"/>
                  <a:gd name="T79" fmla="*/ 422 h 652"/>
                  <a:gd name="T80" fmla="*/ 113 w 652"/>
                  <a:gd name="T81" fmla="*/ 400 h 652"/>
                  <a:gd name="T82" fmla="*/ 215 w 652"/>
                  <a:gd name="T83" fmla="*/ 296 h 652"/>
                  <a:gd name="T84" fmla="*/ 304 w 652"/>
                  <a:gd name="T85" fmla="*/ 240 h 652"/>
                  <a:gd name="T86" fmla="*/ 303 w 652"/>
                  <a:gd name="T87" fmla="*/ 78 h 652"/>
                  <a:gd name="T88" fmla="*/ 269 w 652"/>
                  <a:gd name="T89" fmla="*/ 56 h 652"/>
                  <a:gd name="T90" fmla="*/ 253 w 652"/>
                  <a:gd name="T91" fmla="*/ 90 h 652"/>
                  <a:gd name="T92" fmla="*/ 398 w 652"/>
                  <a:gd name="T93" fmla="*/ 112 h 652"/>
                  <a:gd name="T94" fmla="*/ 398 w 652"/>
                  <a:gd name="T95" fmla="*/ 82 h 652"/>
                  <a:gd name="T96" fmla="*/ 368 w 652"/>
                  <a:gd name="T97" fmla="*/ 54 h 652"/>
                  <a:gd name="T98" fmla="*/ 347 w 652"/>
                  <a:gd name="T99" fmla="*/ 85 h 652"/>
                  <a:gd name="T100" fmla="*/ 347 w 652"/>
                  <a:gd name="T101" fmla="*/ 243 h 652"/>
                  <a:gd name="T102" fmla="*/ 369 w 652"/>
                  <a:gd name="T103" fmla="*/ 264 h 652"/>
                  <a:gd name="T104" fmla="*/ 493 w 652"/>
                  <a:gd name="T105" fmla="*/ 344 h 652"/>
                  <a:gd name="T106" fmla="*/ 549 w 652"/>
                  <a:gd name="T107" fmla="*/ 416 h 652"/>
                  <a:gd name="T108" fmla="*/ 587 w 652"/>
                  <a:gd name="T109" fmla="*/ 384 h 652"/>
                  <a:gd name="T110" fmla="*/ 407 w 652"/>
                  <a:gd name="T111" fmla="*/ 224 h 652"/>
                  <a:gd name="T112" fmla="*/ 398 w 652"/>
                  <a:gd name="T113" fmla="*/ 164 h 652"/>
                  <a:gd name="T114" fmla="*/ 403 w 652"/>
                  <a:gd name="T115" fmla="*/ 165 h 652"/>
                  <a:gd name="T116" fmla="*/ 532 w 652"/>
                  <a:gd name="T117" fmla="*/ 236 h 652"/>
                  <a:gd name="T118" fmla="*/ 575 w 652"/>
                  <a:gd name="T119" fmla="*/ 211 h 652"/>
                  <a:gd name="T120" fmla="*/ 509 w 652"/>
                  <a:gd name="T121" fmla="*/ 157 h 652"/>
                  <a:gd name="T122" fmla="*/ 398 w 652"/>
                  <a:gd name="T123" fmla="*/ 11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2" h="652">
                    <a:moveTo>
                      <a:pt x="652" y="326"/>
                    </a:moveTo>
                    <a:cubicBezTo>
                      <a:pt x="652" y="505"/>
                      <a:pt x="506" y="652"/>
                      <a:pt x="326" y="652"/>
                    </a:cubicBezTo>
                    <a:cubicBezTo>
                      <a:pt x="147" y="652"/>
                      <a:pt x="0" y="507"/>
                      <a:pt x="0" y="326"/>
                    </a:cubicBezTo>
                    <a:cubicBezTo>
                      <a:pt x="0" y="146"/>
                      <a:pt x="146" y="0"/>
                      <a:pt x="326" y="0"/>
                    </a:cubicBezTo>
                    <a:cubicBezTo>
                      <a:pt x="506" y="0"/>
                      <a:pt x="652" y="147"/>
                      <a:pt x="652" y="326"/>
                    </a:cubicBezTo>
                    <a:close/>
                    <a:moveTo>
                      <a:pt x="300" y="368"/>
                    </a:moveTo>
                    <a:cubicBezTo>
                      <a:pt x="300" y="370"/>
                      <a:pt x="300" y="371"/>
                      <a:pt x="300" y="373"/>
                    </a:cubicBezTo>
                    <a:cubicBezTo>
                      <a:pt x="300" y="385"/>
                      <a:pt x="300" y="396"/>
                      <a:pt x="300" y="408"/>
                    </a:cubicBezTo>
                    <a:cubicBezTo>
                      <a:pt x="300" y="409"/>
                      <a:pt x="300" y="410"/>
                      <a:pt x="300" y="411"/>
                    </a:cubicBezTo>
                    <a:cubicBezTo>
                      <a:pt x="300" y="417"/>
                      <a:pt x="297" y="422"/>
                      <a:pt x="292" y="425"/>
                    </a:cubicBezTo>
                    <a:cubicBezTo>
                      <a:pt x="290" y="426"/>
                      <a:pt x="288" y="428"/>
                      <a:pt x="285" y="429"/>
                    </a:cubicBezTo>
                    <a:cubicBezTo>
                      <a:pt x="267" y="441"/>
                      <a:pt x="252" y="457"/>
                      <a:pt x="239" y="475"/>
                    </a:cubicBezTo>
                    <a:cubicBezTo>
                      <a:pt x="225" y="496"/>
                      <a:pt x="216" y="520"/>
                      <a:pt x="210" y="544"/>
                    </a:cubicBezTo>
                    <a:cubicBezTo>
                      <a:pt x="209" y="549"/>
                      <a:pt x="208" y="553"/>
                      <a:pt x="208" y="558"/>
                    </a:cubicBezTo>
                    <a:cubicBezTo>
                      <a:pt x="207" y="571"/>
                      <a:pt x="215" y="581"/>
                      <a:pt x="228" y="583"/>
                    </a:cubicBezTo>
                    <a:cubicBezTo>
                      <a:pt x="239" y="585"/>
                      <a:pt x="252" y="581"/>
                      <a:pt x="256" y="566"/>
                    </a:cubicBezTo>
                    <a:cubicBezTo>
                      <a:pt x="256" y="565"/>
                      <a:pt x="257" y="563"/>
                      <a:pt x="257" y="562"/>
                    </a:cubicBezTo>
                    <a:cubicBezTo>
                      <a:pt x="260" y="555"/>
                      <a:pt x="262" y="547"/>
                      <a:pt x="264" y="540"/>
                    </a:cubicBezTo>
                    <a:cubicBezTo>
                      <a:pt x="270" y="523"/>
                      <a:pt x="278" y="508"/>
                      <a:pt x="289" y="493"/>
                    </a:cubicBezTo>
                    <a:cubicBezTo>
                      <a:pt x="295" y="485"/>
                      <a:pt x="303" y="478"/>
                      <a:pt x="312" y="473"/>
                    </a:cubicBezTo>
                    <a:cubicBezTo>
                      <a:pt x="321" y="468"/>
                      <a:pt x="330" y="468"/>
                      <a:pt x="339" y="473"/>
                    </a:cubicBezTo>
                    <a:cubicBezTo>
                      <a:pt x="341" y="474"/>
                      <a:pt x="344" y="475"/>
                      <a:pt x="346" y="477"/>
                    </a:cubicBezTo>
                    <a:cubicBezTo>
                      <a:pt x="355" y="483"/>
                      <a:pt x="362" y="491"/>
                      <a:pt x="368" y="500"/>
                    </a:cubicBezTo>
                    <a:cubicBezTo>
                      <a:pt x="378" y="516"/>
                      <a:pt x="385" y="533"/>
                      <a:pt x="390" y="550"/>
                    </a:cubicBezTo>
                    <a:cubicBezTo>
                      <a:pt x="392" y="556"/>
                      <a:pt x="394" y="563"/>
                      <a:pt x="396" y="569"/>
                    </a:cubicBezTo>
                    <a:cubicBezTo>
                      <a:pt x="399" y="576"/>
                      <a:pt x="403" y="580"/>
                      <a:pt x="410" y="582"/>
                    </a:cubicBezTo>
                    <a:cubicBezTo>
                      <a:pt x="425" y="588"/>
                      <a:pt x="446" y="577"/>
                      <a:pt x="443" y="555"/>
                    </a:cubicBezTo>
                    <a:cubicBezTo>
                      <a:pt x="442" y="548"/>
                      <a:pt x="440" y="542"/>
                      <a:pt x="439" y="536"/>
                    </a:cubicBezTo>
                    <a:cubicBezTo>
                      <a:pt x="433" y="515"/>
                      <a:pt x="426" y="496"/>
                      <a:pt x="414" y="478"/>
                    </a:cubicBezTo>
                    <a:cubicBezTo>
                      <a:pt x="400" y="456"/>
                      <a:pt x="382" y="439"/>
                      <a:pt x="360" y="425"/>
                    </a:cubicBezTo>
                    <a:cubicBezTo>
                      <a:pt x="354" y="422"/>
                      <a:pt x="351" y="417"/>
                      <a:pt x="351" y="410"/>
                    </a:cubicBezTo>
                    <a:cubicBezTo>
                      <a:pt x="351" y="397"/>
                      <a:pt x="351" y="385"/>
                      <a:pt x="351" y="372"/>
                    </a:cubicBezTo>
                    <a:cubicBezTo>
                      <a:pt x="351" y="371"/>
                      <a:pt x="351" y="370"/>
                      <a:pt x="352" y="368"/>
                    </a:cubicBezTo>
                    <a:cubicBezTo>
                      <a:pt x="354" y="368"/>
                      <a:pt x="355" y="369"/>
                      <a:pt x="357" y="369"/>
                    </a:cubicBezTo>
                    <a:cubicBezTo>
                      <a:pt x="376" y="376"/>
                      <a:pt x="392" y="386"/>
                      <a:pt x="406" y="400"/>
                    </a:cubicBezTo>
                    <a:cubicBezTo>
                      <a:pt x="425" y="417"/>
                      <a:pt x="439" y="437"/>
                      <a:pt x="453" y="459"/>
                    </a:cubicBezTo>
                    <a:cubicBezTo>
                      <a:pt x="462" y="475"/>
                      <a:pt x="471" y="492"/>
                      <a:pt x="479" y="509"/>
                    </a:cubicBezTo>
                    <a:cubicBezTo>
                      <a:pt x="481" y="514"/>
                      <a:pt x="484" y="518"/>
                      <a:pt x="489" y="522"/>
                    </a:cubicBezTo>
                    <a:cubicBezTo>
                      <a:pt x="494" y="526"/>
                      <a:pt x="501" y="529"/>
                      <a:pt x="508" y="527"/>
                    </a:cubicBezTo>
                    <a:cubicBezTo>
                      <a:pt x="518" y="524"/>
                      <a:pt x="524" y="518"/>
                      <a:pt x="526" y="508"/>
                    </a:cubicBezTo>
                    <a:cubicBezTo>
                      <a:pt x="528" y="500"/>
                      <a:pt x="527" y="493"/>
                      <a:pt x="524" y="486"/>
                    </a:cubicBezTo>
                    <a:cubicBezTo>
                      <a:pt x="520" y="477"/>
                      <a:pt x="516" y="469"/>
                      <a:pt x="512" y="460"/>
                    </a:cubicBezTo>
                    <a:cubicBezTo>
                      <a:pt x="498" y="429"/>
                      <a:pt x="480" y="400"/>
                      <a:pt x="456" y="375"/>
                    </a:cubicBezTo>
                    <a:cubicBezTo>
                      <a:pt x="432" y="351"/>
                      <a:pt x="405" y="333"/>
                      <a:pt x="373" y="322"/>
                    </a:cubicBezTo>
                    <a:cubicBezTo>
                      <a:pt x="366" y="320"/>
                      <a:pt x="359" y="318"/>
                      <a:pt x="351" y="316"/>
                    </a:cubicBezTo>
                    <a:cubicBezTo>
                      <a:pt x="351" y="312"/>
                      <a:pt x="351" y="308"/>
                      <a:pt x="351" y="304"/>
                    </a:cubicBezTo>
                    <a:cubicBezTo>
                      <a:pt x="350" y="298"/>
                      <a:pt x="349" y="291"/>
                      <a:pt x="345" y="286"/>
                    </a:cubicBezTo>
                    <a:cubicBezTo>
                      <a:pt x="335" y="271"/>
                      <a:pt x="316" y="271"/>
                      <a:pt x="306" y="286"/>
                    </a:cubicBezTo>
                    <a:cubicBezTo>
                      <a:pt x="302" y="292"/>
                      <a:pt x="301" y="299"/>
                      <a:pt x="301" y="305"/>
                    </a:cubicBezTo>
                    <a:cubicBezTo>
                      <a:pt x="300" y="309"/>
                      <a:pt x="300" y="312"/>
                      <a:pt x="300" y="316"/>
                    </a:cubicBezTo>
                    <a:cubicBezTo>
                      <a:pt x="299" y="317"/>
                      <a:pt x="298" y="317"/>
                      <a:pt x="296" y="317"/>
                    </a:cubicBezTo>
                    <a:cubicBezTo>
                      <a:pt x="264" y="325"/>
                      <a:pt x="235" y="339"/>
                      <a:pt x="210" y="361"/>
                    </a:cubicBezTo>
                    <a:cubicBezTo>
                      <a:pt x="191" y="378"/>
                      <a:pt x="175" y="398"/>
                      <a:pt x="161" y="420"/>
                    </a:cubicBezTo>
                    <a:cubicBezTo>
                      <a:pt x="148" y="440"/>
                      <a:pt x="138" y="462"/>
                      <a:pt x="128" y="483"/>
                    </a:cubicBezTo>
                    <a:cubicBezTo>
                      <a:pt x="126" y="490"/>
                      <a:pt x="124" y="497"/>
                      <a:pt x="125" y="504"/>
                    </a:cubicBezTo>
                    <a:cubicBezTo>
                      <a:pt x="126" y="515"/>
                      <a:pt x="130" y="522"/>
                      <a:pt x="140" y="526"/>
                    </a:cubicBezTo>
                    <a:cubicBezTo>
                      <a:pt x="150" y="530"/>
                      <a:pt x="159" y="526"/>
                      <a:pt x="165" y="519"/>
                    </a:cubicBezTo>
                    <a:cubicBezTo>
                      <a:pt x="168" y="516"/>
                      <a:pt x="170" y="512"/>
                      <a:pt x="172" y="509"/>
                    </a:cubicBezTo>
                    <a:cubicBezTo>
                      <a:pt x="181" y="493"/>
                      <a:pt x="189" y="476"/>
                      <a:pt x="198" y="461"/>
                    </a:cubicBezTo>
                    <a:cubicBezTo>
                      <a:pt x="211" y="438"/>
                      <a:pt x="227" y="417"/>
                      <a:pt x="246" y="399"/>
                    </a:cubicBezTo>
                    <a:cubicBezTo>
                      <a:pt x="260" y="386"/>
                      <a:pt x="276" y="376"/>
                      <a:pt x="294" y="370"/>
                    </a:cubicBezTo>
                    <a:cubicBezTo>
                      <a:pt x="296" y="369"/>
                      <a:pt x="298" y="368"/>
                      <a:pt x="300" y="368"/>
                    </a:cubicBezTo>
                    <a:close/>
                    <a:moveTo>
                      <a:pt x="253" y="112"/>
                    </a:moveTo>
                    <a:cubicBezTo>
                      <a:pt x="252" y="113"/>
                      <a:pt x="250" y="113"/>
                      <a:pt x="249" y="114"/>
                    </a:cubicBezTo>
                    <a:cubicBezTo>
                      <a:pt x="240" y="117"/>
                      <a:pt x="231" y="119"/>
                      <a:pt x="222" y="122"/>
                    </a:cubicBezTo>
                    <a:cubicBezTo>
                      <a:pt x="187" y="134"/>
                      <a:pt x="154" y="149"/>
                      <a:pt x="123" y="169"/>
                    </a:cubicBezTo>
                    <a:cubicBezTo>
                      <a:pt x="110" y="178"/>
                      <a:pt x="97" y="188"/>
                      <a:pt x="85" y="200"/>
                    </a:cubicBezTo>
                    <a:cubicBezTo>
                      <a:pt x="81" y="204"/>
                      <a:pt x="77" y="208"/>
                      <a:pt x="75" y="214"/>
                    </a:cubicBezTo>
                    <a:cubicBezTo>
                      <a:pt x="71" y="225"/>
                      <a:pt x="76" y="237"/>
                      <a:pt x="87" y="241"/>
                    </a:cubicBezTo>
                    <a:cubicBezTo>
                      <a:pt x="94" y="244"/>
                      <a:pt x="101" y="244"/>
                      <a:pt x="108" y="242"/>
                    </a:cubicBezTo>
                    <a:cubicBezTo>
                      <a:pt x="114" y="240"/>
                      <a:pt x="118" y="237"/>
                      <a:pt x="123" y="234"/>
                    </a:cubicBezTo>
                    <a:cubicBezTo>
                      <a:pt x="134" y="226"/>
                      <a:pt x="146" y="217"/>
                      <a:pt x="158" y="210"/>
                    </a:cubicBezTo>
                    <a:cubicBezTo>
                      <a:pt x="186" y="191"/>
                      <a:pt x="216" y="176"/>
                      <a:pt x="249" y="165"/>
                    </a:cubicBezTo>
                    <a:cubicBezTo>
                      <a:pt x="250" y="165"/>
                      <a:pt x="252" y="164"/>
                      <a:pt x="253" y="164"/>
                    </a:cubicBezTo>
                    <a:cubicBezTo>
                      <a:pt x="253" y="183"/>
                      <a:pt x="253" y="202"/>
                      <a:pt x="253" y="220"/>
                    </a:cubicBezTo>
                    <a:cubicBezTo>
                      <a:pt x="252" y="221"/>
                      <a:pt x="251" y="221"/>
                      <a:pt x="250" y="222"/>
                    </a:cubicBezTo>
                    <a:cubicBezTo>
                      <a:pt x="185" y="247"/>
                      <a:pt x="131" y="288"/>
                      <a:pt x="90" y="345"/>
                    </a:cubicBezTo>
                    <a:cubicBezTo>
                      <a:pt x="81" y="357"/>
                      <a:pt x="73" y="370"/>
                      <a:pt x="65" y="383"/>
                    </a:cubicBezTo>
                    <a:cubicBezTo>
                      <a:pt x="62" y="387"/>
                      <a:pt x="60" y="391"/>
                      <a:pt x="60" y="395"/>
                    </a:cubicBezTo>
                    <a:cubicBezTo>
                      <a:pt x="60" y="408"/>
                      <a:pt x="68" y="419"/>
                      <a:pt x="80" y="422"/>
                    </a:cubicBezTo>
                    <a:cubicBezTo>
                      <a:pt x="90" y="425"/>
                      <a:pt x="98" y="422"/>
                      <a:pt x="104" y="413"/>
                    </a:cubicBezTo>
                    <a:cubicBezTo>
                      <a:pt x="107" y="409"/>
                      <a:pt x="110" y="404"/>
                      <a:pt x="113" y="400"/>
                    </a:cubicBezTo>
                    <a:cubicBezTo>
                      <a:pt x="127" y="380"/>
                      <a:pt x="143" y="361"/>
                      <a:pt x="160" y="343"/>
                    </a:cubicBezTo>
                    <a:cubicBezTo>
                      <a:pt x="177" y="325"/>
                      <a:pt x="195" y="309"/>
                      <a:pt x="215" y="296"/>
                    </a:cubicBezTo>
                    <a:cubicBezTo>
                      <a:pt x="237" y="282"/>
                      <a:pt x="261" y="271"/>
                      <a:pt x="286" y="264"/>
                    </a:cubicBezTo>
                    <a:cubicBezTo>
                      <a:pt x="300" y="260"/>
                      <a:pt x="304" y="253"/>
                      <a:pt x="304" y="240"/>
                    </a:cubicBezTo>
                    <a:cubicBezTo>
                      <a:pt x="304" y="189"/>
                      <a:pt x="304" y="138"/>
                      <a:pt x="304" y="88"/>
                    </a:cubicBezTo>
                    <a:cubicBezTo>
                      <a:pt x="304" y="84"/>
                      <a:pt x="304" y="81"/>
                      <a:pt x="303" y="78"/>
                    </a:cubicBezTo>
                    <a:cubicBezTo>
                      <a:pt x="303" y="74"/>
                      <a:pt x="302" y="69"/>
                      <a:pt x="299" y="65"/>
                    </a:cubicBezTo>
                    <a:cubicBezTo>
                      <a:pt x="293" y="55"/>
                      <a:pt x="280" y="51"/>
                      <a:pt x="269" y="56"/>
                    </a:cubicBezTo>
                    <a:cubicBezTo>
                      <a:pt x="261" y="61"/>
                      <a:pt x="256" y="68"/>
                      <a:pt x="254" y="77"/>
                    </a:cubicBezTo>
                    <a:cubicBezTo>
                      <a:pt x="254" y="81"/>
                      <a:pt x="254" y="85"/>
                      <a:pt x="253" y="90"/>
                    </a:cubicBezTo>
                    <a:cubicBezTo>
                      <a:pt x="253" y="97"/>
                      <a:pt x="253" y="105"/>
                      <a:pt x="253" y="112"/>
                    </a:cubicBezTo>
                    <a:close/>
                    <a:moveTo>
                      <a:pt x="398" y="112"/>
                    </a:moveTo>
                    <a:cubicBezTo>
                      <a:pt x="398" y="110"/>
                      <a:pt x="398" y="108"/>
                      <a:pt x="398" y="106"/>
                    </a:cubicBezTo>
                    <a:cubicBezTo>
                      <a:pt x="398" y="98"/>
                      <a:pt x="398" y="90"/>
                      <a:pt x="398" y="82"/>
                    </a:cubicBezTo>
                    <a:cubicBezTo>
                      <a:pt x="397" y="76"/>
                      <a:pt x="396" y="70"/>
                      <a:pt x="392" y="65"/>
                    </a:cubicBezTo>
                    <a:cubicBezTo>
                      <a:pt x="386" y="57"/>
                      <a:pt x="378" y="53"/>
                      <a:pt x="368" y="54"/>
                    </a:cubicBezTo>
                    <a:cubicBezTo>
                      <a:pt x="358" y="56"/>
                      <a:pt x="352" y="62"/>
                      <a:pt x="349" y="71"/>
                    </a:cubicBezTo>
                    <a:cubicBezTo>
                      <a:pt x="348" y="75"/>
                      <a:pt x="347" y="80"/>
                      <a:pt x="347" y="85"/>
                    </a:cubicBezTo>
                    <a:cubicBezTo>
                      <a:pt x="347" y="137"/>
                      <a:pt x="347" y="189"/>
                      <a:pt x="347" y="242"/>
                    </a:cubicBezTo>
                    <a:cubicBezTo>
                      <a:pt x="347" y="242"/>
                      <a:pt x="347" y="243"/>
                      <a:pt x="347" y="243"/>
                    </a:cubicBezTo>
                    <a:cubicBezTo>
                      <a:pt x="347" y="251"/>
                      <a:pt x="351" y="257"/>
                      <a:pt x="358" y="260"/>
                    </a:cubicBezTo>
                    <a:cubicBezTo>
                      <a:pt x="361" y="262"/>
                      <a:pt x="365" y="263"/>
                      <a:pt x="369" y="264"/>
                    </a:cubicBezTo>
                    <a:cubicBezTo>
                      <a:pt x="387" y="270"/>
                      <a:pt x="405" y="277"/>
                      <a:pt x="421" y="286"/>
                    </a:cubicBezTo>
                    <a:cubicBezTo>
                      <a:pt x="449" y="301"/>
                      <a:pt x="473" y="321"/>
                      <a:pt x="493" y="344"/>
                    </a:cubicBezTo>
                    <a:cubicBezTo>
                      <a:pt x="513" y="365"/>
                      <a:pt x="530" y="388"/>
                      <a:pt x="546" y="412"/>
                    </a:cubicBezTo>
                    <a:cubicBezTo>
                      <a:pt x="547" y="413"/>
                      <a:pt x="548" y="415"/>
                      <a:pt x="549" y="416"/>
                    </a:cubicBezTo>
                    <a:cubicBezTo>
                      <a:pt x="553" y="421"/>
                      <a:pt x="558" y="423"/>
                      <a:pt x="564" y="423"/>
                    </a:cubicBezTo>
                    <a:cubicBezTo>
                      <a:pt x="584" y="423"/>
                      <a:pt x="598" y="402"/>
                      <a:pt x="587" y="384"/>
                    </a:cubicBezTo>
                    <a:cubicBezTo>
                      <a:pt x="581" y="374"/>
                      <a:pt x="576" y="365"/>
                      <a:pt x="569" y="355"/>
                    </a:cubicBezTo>
                    <a:cubicBezTo>
                      <a:pt x="528" y="296"/>
                      <a:pt x="474" y="251"/>
                      <a:pt x="407" y="224"/>
                    </a:cubicBezTo>
                    <a:cubicBezTo>
                      <a:pt x="404" y="223"/>
                      <a:pt x="401" y="222"/>
                      <a:pt x="398" y="220"/>
                    </a:cubicBezTo>
                    <a:cubicBezTo>
                      <a:pt x="398" y="201"/>
                      <a:pt x="398" y="183"/>
                      <a:pt x="398" y="164"/>
                    </a:cubicBezTo>
                    <a:cubicBezTo>
                      <a:pt x="399" y="164"/>
                      <a:pt x="399" y="164"/>
                      <a:pt x="399" y="164"/>
                    </a:cubicBezTo>
                    <a:cubicBezTo>
                      <a:pt x="401" y="165"/>
                      <a:pt x="402" y="165"/>
                      <a:pt x="403" y="165"/>
                    </a:cubicBezTo>
                    <a:cubicBezTo>
                      <a:pt x="439" y="177"/>
                      <a:pt x="473" y="195"/>
                      <a:pt x="504" y="217"/>
                    </a:cubicBezTo>
                    <a:cubicBezTo>
                      <a:pt x="513" y="223"/>
                      <a:pt x="522" y="230"/>
                      <a:pt x="532" y="236"/>
                    </a:cubicBezTo>
                    <a:cubicBezTo>
                      <a:pt x="539" y="242"/>
                      <a:pt x="547" y="244"/>
                      <a:pt x="556" y="243"/>
                    </a:cubicBezTo>
                    <a:cubicBezTo>
                      <a:pt x="573" y="242"/>
                      <a:pt x="582" y="226"/>
                      <a:pt x="575" y="211"/>
                    </a:cubicBezTo>
                    <a:cubicBezTo>
                      <a:pt x="572" y="206"/>
                      <a:pt x="569" y="202"/>
                      <a:pt x="566" y="199"/>
                    </a:cubicBezTo>
                    <a:cubicBezTo>
                      <a:pt x="549" y="182"/>
                      <a:pt x="529" y="169"/>
                      <a:pt x="509" y="157"/>
                    </a:cubicBezTo>
                    <a:cubicBezTo>
                      <a:pt x="480" y="141"/>
                      <a:pt x="450" y="129"/>
                      <a:pt x="418" y="119"/>
                    </a:cubicBezTo>
                    <a:cubicBezTo>
                      <a:pt x="412" y="116"/>
                      <a:pt x="405" y="114"/>
                      <a:pt x="398" y="11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182"/>
          <p:cNvSpPr txBox="1"/>
          <p:nvPr/>
        </p:nvSpPr>
        <p:spPr>
          <a:xfrm>
            <a:off x="665834" y="67294"/>
            <a:ext cx="4410987" cy="5071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atin typeface="+mj-lt"/>
              </a:rPr>
              <a:t>The End</a:t>
            </a:r>
            <a:endParaRPr lang="en-US" altLang="zh-CN" sz="3200" dirty="0">
              <a:latin typeface="+mj-lt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291329" y="225931"/>
            <a:ext cx="236838" cy="236837"/>
          </a:xfrm>
          <a:prstGeom prst="ellipse">
            <a:avLst/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 cstate="print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3486672" y="-202076"/>
            <a:ext cx="2053382" cy="855071"/>
          </a:xfrm>
          <a:custGeom>
            <a:avLst/>
            <a:gdLst>
              <a:gd name="connsiteX0" fmla="*/ 0 w 1827805"/>
              <a:gd name="connsiteY0" fmla="*/ 761136 h 761136"/>
              <a:gd name="connsiteX1" fmla="*/ 1827805 w 1827805"/>
              <a:gd name="connsiteY1" fmla="*/ 761136 h 761136"/>
              <a:gd name="connsiteX2" fmla="*/ 1827805 w 1827805"/>
              <a:gd name="connsiteY2" fmla="*/ 500757 h 761136"/>
              <a:gd name="connsiteX3" fmla="*/ 1344230 w 1827805"/>
              <a:gd name="connsiteY3" fmla="*/ 0 h 761136"/>
              <a:gd name="connsiteX4" fmla="*/ 0 w 1827805"/>
              <a:gd name="connsiteY4" fmla="*/ 0 h 76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805" h="761136">
                <a:moveTo>
                  <a:pt x="0" y="761136"/>
                </a:moveTo>
                <a:lnTo>
                  <a:pt x="1827805" y="761136"/>
                </a:lnTo>
                <a:lnTo>
                  <a:pt x="1827805" y="500757"/>
                </a:lnTo>
                <a:lnTo>
                  <a:pt x="134423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61" name="直接连接符 60"/>
          <p:cNvCxnSpPr/>
          <p:nvPr/>
        </p:nvCxnSpPr>
        <p:spPr>
          <a:xfrm>
            <a:off x="-55033" y="657911"/>
            <a:ext cx="122470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4964351" y="3294327"/>
            <a:ext cx="22082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Hansi Wang</a:t>
            </a:r>
            <a:endParaRPr lang="en-US" altLang="zh-CN" sz="2800" b="1" dirty="0"/>
          </a:p>
          <a:p>
            <a:endParaRPr lang="zh-CN" altLang="en-US" sz="2800" b="1" dirty="0"/>
          </a:p>
        </p:txBody>
      </p:sp>
      <p:sp>
        <p:nvSpPr>
          <p:cNvPr id="65" name="共享 连接的力量"/>
          <p:cNvSpPr txBox="1"/>
          <p:nvPr/>
        </p:nvSpPr>
        <p:spPr>
          <a:xfrm>
            <a:off x="62230" y="1468437"/>
            <a:ext cx="12129770" cy="101536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TTTGBMedium"/>
              </a:defRPr>
            </a:lvl1pPr>
            <a:lvl2pPr marL="0" marR="0" indent="228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8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TTTGBMedium"/>
              </a:defRPr>
            </a:lvl2pPr>
            <a:lvl3pPr marL="0" marR="0" indent="457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8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TTTGBMedium"/>
              </a:defRPr>
            </a:lvl3pPr>
            <a:lvl4pPr marL="0" marR="0" indent="685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8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TTTGBMedium"/>
              </a:defRPr>
            </a:lvl4pPr>
            <a:lvl5pPr marL="0" marR="0" indent="914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8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TTTGBMedium"/>
              </a:defRPr>
            </a:lvl5pPr>
            <a:lvl6pPr marL="0" marR="0" indent="11430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8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TTTGBMedium"/>
              </a:defRPr>
            </a:lvl6pPr>
            <a:lvl7pPr marL="0" marR="0" indent="1371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8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TTTGBMedium"/>
              </a:defRPr>
            </a:lvl7pPr>
            <a:lvl8pPr marL="0" marR="0" indent="1600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8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TTTGBMedium"/>
              </a:defRPr>
            </a:lvl8pPr>
            <a:lvl9pPr marL="0" marR="0" indent="1828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8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TTTGBMedium"/>
              </a:defRPr>
            </a:lvl9pPr>
          </a:lstStyle>
          <a:p>
            <a:pPr algn="ctr" hangingPunct="1"/>
            <a:endParaRPr lang="en-US" altLang="en-US" sz="6000" b="1" dirty="0">
              <a:solidFill>
                <a:srgbClr val="0432FF"/>
              </a:solidFill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742777" y="1525736"/>
            <a:ext cx="84185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微软雅黑" panose="020B0503020204020204" pitchFamily="34" charset="-122"/>
              </a:rPr>
              <a:t>Thanks For Your Listening!</a:t>
            </a:r>
            <a:endParaRPr lang="zh-CN" alt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5" name="图形 74" descr="电子邮件 纯色填充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6672" y="4257715"/>
            <a:ext cx="643651" cy="590676"/>
          </a:xfrm>
          <a:prstGeom prst="rect">
            <a:avLst/>
          </a:prstGeom>
        </p:spPr>
      </p:pic>
      <p:pic>
        <p:nvPicPr>
          <p:cNvPr id="76" name="Picture 4" descr="GitHub - microsoft/mcp: Catalog of official Microsoft MCP (Model Context Protocol) server ..."/>
          <p:cNvPicPr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9467" r="8641" b="10285"/>
          <a:stretch>
            <a:fillRect/>
          </a:stretch>
        </p:blipFill>
        <p:spPr bwMode="auto">
          <a:xfrm>
            <a:off x="3522747" y="4966299"/>
            <a:ext cx="571500" cy="552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文本框 76"/>
          <p:cNvSpPr txBox="1"/>
          <p:nvPr/>
        </p:nvSpPr>
        <p:spPr>
          <a:xfrm>
            <a:off x="4130323" y="4257715"/>
            <a:ext cx="4373880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tx1"/>
                </a:solidFill>
              </a:rPr>
              <a:t>wanghansi2019@pku.edu.cn</a:t>
            </a:r>
            <a:endParaRPr lang="en-US" altLang="zh-CN" sz="2400" b="1" dirty="0"/>
          </a:p>
          <a:p>
            <a:pPr algn="ctr">
              <a:lnSpc>
                <a:spcPct val="150000"/>
              </a:lnSpc>
            </a:pPr>
            <a:r>
              <a:rPr lang="en-US" altLang="zh-CN" sz="2400" b="1" dirty="0"/>
              <a:t>COOLPKU/SememeLP</a:t>
            </a:r>
            <a:endParaRPr lang="en-US" altLang="zh-CN" sz="2400" b="1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2,&quot;width&quot;:6576}"/>
</p:tagLst>
</file>

<file path=ppt/tags/tag2.xml><?xml version="1.0" encoding="utf-8"?>
<p:tagLst xmlns:p="http://schemas.openxmlformats.org/presentationml/2006/main">
  <p:tag name="KSO_WPP_MARK_KEY" val="9f7148d4-0105-4d33-aa88-b97a4f47cfbe"/>
  <p:tag name="COMMONDATA" val="eyJoZGlkIjoiNGZmMjMxMWY5ZTBmNTE2ZmY5Y2U2NzI5NjNlMmVmODcifQ=="/>
</p:tagLst>
</file>

<file path=ppt/theme/theme1.xml><?xml version="1.0" encoding="utf-8"?>
<a:theme xmlns:a="http://schemas.openxmlformats.org/drawingml/2006/main" name="Office 主题​​">
  <a:themeElements>
    <a:clrScheme name="北京大学-红色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4070A"/>
      </a:accent1>
      <a:accent2>
        <a:srgbClr val="D7C8B5"/>
      </a:accent2>
      <a:accent3>
        <a:srgbClr val="A5A5A5"/>
      </a:accent3>
      <a:accent4>
        <a:srgbClr val="0B4065"/>
      </a:accent4>
      <a:accent5>
        <a:srgbClr val="5B9BD5"/>
      </a:accent5>
      <a:accent6>
        <a:srgbClr val="70AD47"/>
      </a:accent6>
      <a:hlink>
        <a:srgbClr val="94070A"/>
      </a:hlink>
      <a:folHlink>
        <a:srgbClr val="954F72"/>
      </a:folHlink>
    </a:clrScheme>
    <a:fontScheme name="loawae3m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4798</Words>
  <Application>WPS 演示</Application>
  <PresentationFormat>宽屏</PresentationFormat>
  <Paragraphs>231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Microsoft YaHei UI</vt:lpstr>
      <vt:lpstr>Times New Roman</vt:lpstr>
      <vt:lpstr>微软雅黑</vt:lpstr>
      <vt:lpstr>TTTGBMedium</vt:lpstr>
      <vt:lpstr>Segoe Print</vt:lpstr>
      <vt:lpstr>Arial Unicode MS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Fish</dc:creator>
  <cp:lastModifiedBy>Colt</cp:lastModifiedBy>
  <cp:revision>502</cp:revision>
  <dcterms:created xsi:type="dcterms:W3CDTF">2021-05-06T04:51:00Z</dcterms:created>
  <dcterms:modified xsi:type="dcterms:W3CDTF">2025-11-05T17:01:10Z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6CC3799590454763939993867DA7F463</vt:lpwstr>
  </property>
  <property fmtid="{D5CDD505-2E9C-101B-9397-08002B2CF9AE}" pid="3" name="KSOProductBuildVer">
    <vt:lpwstr>2052-11.1.0.12165</vt:lpwstr>
  </property>
</Properties>
</file>